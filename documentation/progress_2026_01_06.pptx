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2A0"/>
    <a:srgbClr val="2D4356"/>
    <a:srgbClr val="151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1555F-A5C5-FE8A-F022-5D47E6949210}" v="96" dt="2026-01-06T21:20:27.810"/>
    <p1510:client id="{4FA554DD-0EA3-56FA-E6B2-D41EBDFD9E7C}" v="2" dt="2026-01-06T14:45:20.605"/>
    <p1510:client id="{A0A22B7C-730A-8AD8-5E9C-111FF4A17419}" v="5" dt="2026-01-06T21:25:3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58" autoAdjust="0"/>
  </p:normalViewPr>
  <p:slideViewPr>
    <p:cSldViewPr snapToGrid="0">
      <p:cViewPr varScale="1">
        <p:scale>
          <a:sx n="100" d="100"/>
          <a:sy n="100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CC51B-8068-4171-9522-C3F23F6AA4D1}" type="datetimeFigureOut">
              <a:rPr lang="hu-HU" smtClean="0"/>
              <a:t>2026. 01. 06.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A9244-20D2-4AEC-AD01-BF9A8E8946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439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94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9435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396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3207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4403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3721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09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www.flickr.com/photos/losbusesdebogota/39654723853/" TargetMode="Externa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Side Quest Jar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4339CFA-C95E-2590-7D4F-105C44E82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solidFill>
                  <a:srgbClr val="EAB2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Készítette: Borza </a:t>
            </a:r>
            <a:r>
              <a:rPr lang="hu-HU" dirty="0" err="1">
                <a:solidFill>
                  <a:srgbClr val="EAB2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Gerg</a:t>
            </a:r>
            <a:r>
              <a:rPr lang="en-US" dirty="0">
                <a:solidFill>
                  <a:srgbClr val="EAB2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ó`</a:t>
            </a:r>
            <a:r>
              <a:rPr lang="hu-HU" dirty="0">
                <a:solidFill>
                  <a:srgbClr val="EAB2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, Karácsony Zoltán, Nagy Tori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Mi is ez?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0AA4B-CFE7-2D24-DBFC-7E8FC0C03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Közösségi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napi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challenge.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Pont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gyujtés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-&gt;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profil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extrák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olcsóbb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 merch.</a:t>
            </a:r>
          </a:p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Hivatalos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közösségi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és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privát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“Jar”-ok. 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(Jar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elmagyarázása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)</a:t>
            </a:r>
          </a:p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Elvégzés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esetén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képes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reakció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.</a:t>
            </a:r>
            <a:endParaRPr lang="hu-H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036" name="Picture 12" descr="Like Emoji - Smiley Face Thumbs Up (800x765), Png Download">
            <a:extLst>
              <a:ext uri="{FF2B5EF4-FFF2-40B4-BE49-F238E27FC236}">
                <a16:creationId xmlns:a16="http://schemas.microsoft.com/office/drawing/2014/main" id="{645B6A90-D2F1-D88F-D0E8-8440ECFEA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745307" y="3537308"/>
            <a:ext cx="1841342" cy="176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r Lemon Mosogatószer, 650 ml - Tudatos Vásárlók">
            <a:extLst>
              <a:ext uri="{FF2B5EF4-FFF2-40B4-BE49-F238E27FC236}">
                <a16:creationId xmlns:a16="http://schemas.microsoft.com/office/drawing/2014/main" id="{ACE24CD0-66CB-B560-6D99-CC44F71C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4" y="3681413"/>
            <a:ext cx="24955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252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558" y="28576"/>
            <a:ext cx="11601959" cy="1325563"/>
          </a:xfrm>
          <a:solidFill>
            <a:srgbClr val="2D4356"/>
          </a:solidFill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Mit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tud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?</a:t>
            </a: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C3C6B19-4D96-BD14-154F-6994820F7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558" y="1120676"/>
            <a:ext cx="11601959" cy="4616648"/>
          </a:xfrm>
          <a:prstGeom prst="rect">
            <a:avLst/>
          </a:prstGeom>
          <a:solidFill>
            <a:srgbClr val="EAB2A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Felhasználókezelés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: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Regisztráció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Bejelentkezés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Profilszerkesztés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b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</a:b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(User XP,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szintek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Jar (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Befottesüveg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)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rendszer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Public Jar: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Bárki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által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elérheto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elore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megírt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feladatok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Group/Private Jar: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Baráti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társaságok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saját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kihívásai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FontTx/>
              <a:buChar char="•"/>
            </a:pP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Create: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Saját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üveg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és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feladatok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létrehozása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Kihívás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teljesítése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: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Napi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feladat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generálása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bizonyíték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(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fotó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)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feltöltése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b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</a:b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validálás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Multi platform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felület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(Web, PC, Mobil)</a:t>
            </a:r>
          </a:p>
        </p:txBody>
      </p:sp>
    </p:spTree>
    <p:extLst>
      <p:ext uri="{BB962C8B-B14F-4D97-AF65-F5344CB8AC3E}">
        <p14:creationId xmlns:p14="http://schemas.microsoft.com/office/powerpoint/2010/main" val="3172845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560" y="489294"/>
            <a:ext cx="11828939" cy="1325563"/>
          </a:xfrm>
          <a:solidFill>
            <a:srgbClr val="2D4356"/>
          </a:solidFill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Rendszerarchitektúra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/>
              <a:ea typeface="Calibri"/>
              <a:cs typeface="Calibri"/>
            </a:endParaRP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C3C6B19-4D96-BD14-154F-6994820F7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560" y="1814857"/>
            <a:ext cx="11828939" cy="3370153"/>
          </a:xfrm>
          <a:prstGeom prst="rect">
            <a:avLst/>
          </a:prstGeom>
          <a:solidFill>
            <a:srgbClr val="EAB2A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Backend: Laravel (PHP).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Feladata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az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adatbázis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kezelése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és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REST API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végpontok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biztosítása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Adatbázis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: MySQL / MariaDB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Frontend (Web): HTML, CSS, JavaScript (Laravel Blade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templatekkel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),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reszponzív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design.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Desktop App: .NET MAUI (C#).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Nem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közvetlenül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az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adatbázishoz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b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</a:b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kapcsolódik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hanem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a Laravel API-n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keresztül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kommunikál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966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560" y="489294"/>
            <a:ext cx="11828939" cy="1325563"/>
          </a:xfrm>
          <a:solidFill>
            <a:srgbClr val="2D4356"/>
          </a:solidFill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Adatbázis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/>
              <a:ea typeface="Calibri"/>
              <a:cs typeface="Calibri"/>
            </a:endParaRP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C3C6B19-4D96-BD14-154F-6994820F75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3501" y="1999523"/>
            <a:ext cx="11828939" cy="3231654"/>
          </a:xfrm>
          <a:prstGeom prst="rect">
            <a:avLst/>
          </a:prstGeom>
          <a:solidFill>
            <a:srgbClr val="EAB2A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Cooper Black"/>
                <a:ea typeface="Calibri"/>
                <a:cs typeface="Calibri"/>
              </a:rPr>
              <a:t>Users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: ID, Username, Email,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Password_Hash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XP,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AvatarURL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Cooper Black"/>
                <a:ea typeface="Calibri"/>
                <a:cs typeface="Calibri"/>
              </a:rPr>
              <a:t>Jars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: ID,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Creator_ID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Name, Description, Type (Public/Private),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ImageURL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Cooper Black"/>
                <a:ea typeface="Calibri"/>
                <a:cs typeface="Calibri"/>
              </a:rPr>
              <a:t>Quests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: ID,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Jar_ID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Description,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Difficulty_XP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 err="1">
                <a:latin typeface="Cooper Black"/>
                <a:ea typeface="Calibri"/>
                <a:cs typeface="Calibri"/>
              </a:rPr>
              <a:t>User_Jars</a:t>
            </a:r>
            <a:r>
              <a:rPr lang="en-US" altLang="en-US" sz="2400" b="1" dirty="0"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(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Kapcsolótábla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):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User_ID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Jar_ID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 (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kikövetett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üvegek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Cooper Black"/>
                <a:ea typeface="Calibri"/>
                <a:cs typeface="Calibri"/>
              </a:rPr>
              <a:t>Completions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: ID,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User_ID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Quest_ID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</a:t>
            </a:r>
            <a:r>
              <a:rPr lang="en-US" altLang="en-US" sz="2400" dirty="0" err="1">
                <a:latin typeface="Cooper Black"/>
                <a:ea typeface="Calibri"/>
                <a:cs typeface="Calibri"/>
              </a:rPr>
              <a:t>Photo_Evidence</a:t>
            </a:r>
            <a:r>
              <a:rPr lang="en-US" altLang="en-US" sz="2400" dirty="0">
                <a:latin typeface="Cooper Black"/>
                <a:ea typeface="Calibri"/>
                <a:cs typeface="Calibri"/>
              </a:rPr>
              <a:t>, Status, Timestamp.</a:t>
            </a:r>
          </a:p>
        </p:txBody>
      </p:sp>
    </p:spTree>
    <p:extLst>
      <p:ext uri="{BB962C8B-B14F-4D97-AF65-F5344CB8AC3E}">
        <p14:creationId xmlns:p14="http://schemas.microsoft.com/office/powerpoint/2010/main" val="1125650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512C0D-13FF-9F54-244C-E99E5D52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Weboldal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design: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7EA054-19E1-5EBD-C35B-A9C8DE6C8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921" y="1514227"/>
            <a:ext cx="649695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98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88CB00-5F27-8E18-6EE9-2978F9B13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811" y="23337"/>
            <a:ext cx="6468378" cy="6811326"/>
          </a:xfrm>
          <a:prstGeom prst="rect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7291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77656-7959-46E5-0A09-E9C8A1E08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807" y="0"/>
            <a:ext cx="5212386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76200" cap="sq">
            <a:solidFill>
              <a:schemeClr val="tx1">
                <a:lumMod val="95000"/>
                <a:lumOff val="5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88256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9F9EEF-1168-8A86-95BB-2DB5F9F3C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156" y="0"/>
            <a:ext cx="8675687" cy="6858000"/>
          </a:xfrm>
          <a:prstGeom prst="rect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27455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96766-27E6-9550-FC45-8610BC094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229570" y="0"/>
            <a:ext cx="573285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76543B-8531-080B-C009-C6ED8FE24A5E}"/>
              </a:ext>
            </a:extLst>
          </p:cNvPr>
          <p:cNvSpPr txBox="1"/>
          <p:nvPr/>
        </p:nvSpPr>
        <p:spPr>
          <a:xfrm>
            <a:off x="3229570" y="6858000"/>
            <a:ext cx="57328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>
                <a:hlinkClick r:id="rId5" tooltip="https://www.flickr.com/photos/losbusesdebogota/39654723853/"/>
              </a:rPr>
              <a:t>This Photo</a:t>
            </a:r>
            <a:r>
              <a:rPr lang="hu-HU" sz="900"/>
              <a:t> by Unknown Author is licensed under </a:t>
            </a:r>
            <a:r>
              <a:rPr lang="hu-HU" sz="900">
                <a:hlinkClick r:id="rId6" tooltip="https://creativecommons.org/licenses/by-nc-nd/3.0/"/>
              </a:rPr>
              <a:t>CC BY-NC-ND</a:t>
            </a:r>
            <a:endParaRPr lang="hu-HU" sz="900"/>
          </a:p>
        </p:txBody>
      </p:sp>
    </p:spTree>
    <p:extLst>
      <p:ext uri="{BB962C8B-B14F-4D97-AF65-F5344CB8AC3E}">
        <p14:creationId xmlns:p14="http://schemas.microsoft.com/office/powerpoint/2010/main" val="2304839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299</Words>
  <Application>Microsoft Office PowerPoint</Application>
  <PresentationFormat>Widescreen</PresentationFormat>
  <Paragraphs>35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Cooper Black</vt:lpstr>
      <vt:lpstr>office theme</vt:lpstr>
      <vt:lpstr>Side Quest Jar</vt:lpstr>
      <vt:lpstr>Mi is ez?</vt:lpstr>
      <vt:lpstr>Mit tud?</vt:lpstr>
      <vt:lpstr>Rendszerarchitektúra</vt:lpstr>
      <vt:lpstr>Adatbázis</vt:lpstr>
      <vt:lpstr>Weboldal design: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 Quest Jar</dc:title>
  <dc:creator>Zoli Karácsony</dc:creator>
  <cp:lastModifiedBy>Zoli Karácsony</cp:lastModifiedBy>
  <cp:revision>2</cp:revision>
  <dcterms:created xsi:type="dcterms:W3CDTF">2026-01-06T14:17:01Z</dcterms:created>
  <dcterms:modified xsi:type="dcterms:W3CDTF">2026-01-06T22:25:50Z</dcterms:modified>
</cp:coreProperties>
</file>