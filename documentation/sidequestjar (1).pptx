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71" r:id="rId3"/>
    <p:sldId id="272" r:id="rId4"/>
    <p:sldId id="269" r:id="rId5"/>
    <p:sldId id="2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53"/>
    <a:srgbClr val="DDA398"/>
    <a:srgbClr val="EAB2A0"/>
    <a:srgbClr val="7A6E78"/>
    <a:srgbClr val="2D4356"/>
    <a:srgbClr val="DCA297"/>
    <a:srgbClr val="FFFFFF"/>
    <a:srgbClr val="1511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27F93-740D-225C-8955-657FA072F8D4}" v="4" dt="2026-05-11T23:51:07.030"/>
    <p1510:client id="{3D911DF6-0F8D-2CED-05C1-165C24ACB866}" v="78" dt="2026-05-12T01:19:18.957"/>
    <p1510:client id="{4DE1271F-0ACF-2E6E-0219-2F80B0882584}" v="105" dt="2026-05-11T19:48:40.013"/>
    <p1510:client id="{4EBFE773-B7A5-1A67-D207-C79F7C7A0EE2}" v="555" dt="2026-05-11T20:49:40.277"/>
    <p1510:client id="{5FB2B50D-FA2F-A907-C33B-343150A21985}" v="19" dt="2026-05-12T00:20:06.981"/>
    <p1510:client id="{7CF8F515-3BFA-81EC-0020-7AD716A94946}" v="2" dt="2026-05-11T22:20:02.401"/>
    <p1510:client id="{89D1A840-D89B-9131-1B5C-ECF22FC20003}" v="38" dt="2026-05-11T22:12:01.781"/>
    <p1510:client id="{905DEB50-B8FC-B6C3-2C48-FE839099E978}" v="578" dt="2026-05-12T02:01:36.008"/>
    <p1510:client id="{A1B0F462-3DB7-666C-10D7-EC59C4B4E0C6}" v="24" dt="2026-05-11T23:58:36.227"/>
    <p1510:client id="{D11ABF63-4E44-428E-A8B5-7C4891D58A9F}" v="60" dt="2026-05-11T23:50:23.368"/>
    <p1510:client id="{E8CD986F-3678-D4FF-3E78-590E5EB6E705}" v="110" dt="2026-05-11T20:23:48.196"/>
    <p1510:client id="{F4997484-743E-F24F-E873-59C408774864}" v="2" dt="2026-05-11T19:50:52.069"/>
    <p1510:client id="{F8B04736-F004-12E0-856C-B8F1D2AB0495}" v="134" dt="2026-05-12T00:50:13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y Panna Viktória" userId="S::nagy.panna.viktoria@blathy.info::830f8e82-f5fc-4cde-804a-867e2c8d1be8" providerId="AD" clId="Web-{5FB2B50D-FA2F-A907-C33B-343150A21985}"/>
    <pc:docChg chg="modSld">
      <pc:chgData name="Nagy Panna Viktória" userId="S::nagy.panna.viktoria@blathy.info::830f8e82-f5fc-4cde-804a-867e2c8d1be8" providerId="AD" clId="Web-{5FB2B50D-FA2F-A907-C33B-343150A21985}" dt="2026-05-12T00:20:06.981" v="8" actId="20577"/>
      <pc:docMkLst>
        <pc:docMk/>
      </pc:docMkLst>
      <pc:sldChg chg="modSp">
        <pc:chgData name="Nagy Panna Viktória" userId="S::nagy.panna.viktoria@blathy.info::830f8e82-f5fc-4cde-804a-867e2c8d1be8" providerId="AD" clId="Web-{5FB2B50D-FA2F-A907-C33B-343150A21985}" dt="2026-05-12T00:00:54.576" v="2" actId="20577"/>
        <pc:sldMkLst>
          <pc:docMk/>
          <pc:sldMk cId="3172845693" sldId="261"/>
        </pc:sldMkLst>
        <pc:spChg chg="mod">
          <ac:chgData name="Nagy Panna Viktória" userId="S::nagy.panna.viktoria@blathy.info::830f8e82-f5fc-4cde-804a-867e2c8d1be8" providerId="AD" clId="Web-{5FB2B50D-FA2F-A907-C33B-343150A21985}" dt="2026-05-12T00:00:54.576" v="2" actId="20577"/>
          <ac:spMkLst>
            <pc:docMk/>
            <pc:sldMk cId="3172845693" sldId="261"/>
            <ac:spMk id="8" creationId="{CC3C6B19-4D96-BD14-154F-6994820F75E3}"/>
          </ac:spMkLst>
        </pc:spChg>
      </pc:sldChg>
      <pc:sldChg chg="modSp">
        <pc:chgData name="Nagy Panna Viktória" userId="S::nagy.panna.viktoria@blathy.info::830f8e82-f5fc-4cde-804a-867e2c8d1be8" providerId="AD" clId="Web-{5FB2B50D-FA2F-A907-C33B-343150A21985}" dt="2026-05-12T00:20:06.981" v="8" actId="20577"/>
        <pc:sldMkLst>
          <pc:docMk/>
          <pc:sldMk cId="1633215247" sldId="270"/>
        </pc:sldMkLst>
        <pc:spChg chg="mod">
          <ac:chgData name="Nagy Panna Viktória" userId="S::nagy.panna.viktoria@blathy.info::830f8e82-f5fc-4cde-804a-867e2c8d1be8" providerId="AD" clId="Web-{5FB2B50D-FA2F-A907-C33B-343150A21985}" dt="2026-05-12T00:20:06.981" v="8" actId="20577"/>
          <ac:spMkLst>
            <pc:docMk/>
            <pc:sldMk cId="1633215247" sldId="270"/>
            <ac:spMk id="4" creationId="{F95F2BCE-7E74-62B3-E0A4-A7AD008A068B}"/>
          </ac:spMkLst>
        </pc:spChg>
      </pc:sldChg>
    </pc:docChg>
  </pc:docChgLst>
  <pc:docChgLst>
    <pc:chgData name="Nagy Panna Viktória" userId="S::nagy.panna.viktoria@blathy.info::830f8e82-f5fc-4cde-804a-867e2c8d1be8" providerId="AD" clId="Web-{1BC27F93-740D-225C-8955-657FA072F8D4}"/>
    <pc:docChg chg="modSld">
      <pc:chgData name="Nagy Panna Viktória" userId="S::nagy.panna.viktoria@blathy.info::830f8e82-f5fc-4cde-804a-867e2c8d1be8" providerId="AD" clId="Web-{1BC27F93-740D-225C-8955-657FA072F8D4}" dt="2026-05-11T23:51:07.030" v="3"/>
      <pc:docMkLst>
        <pc:docMk/>
      </pc:docMkLst>
      <pc:sldChg chg="addSp delSp modSp">
        <pc:chgData name="Nagy Panna Viktória" userId="S::nagy.panna.viktoria@blathy.info::830f8e82-f5fc-4cde-804a-867e2c8d1be8" providerId="AD" clId="Web-{1BC27F93-740D-225C-8955-657FA072F8D4}" dt="2026-05-11T23:51:07.030" v="3"/>
        <pc:sldMkLst>
          <pc:docMk/>
          <pc:sldMk cId="3177291753" sldId="265"/>
        </pc:sldMkLst>
        <pc:picChg chg="del mod">
          <ac:chgData name="Nagy Panna Viktória" userId="S::nagy.panna.viktoria@blathy.info::830f8e82-f5fc-4cde-804a-867e2c8d1be8" providerId="AD" clId="Web-{1BC27F93-740D-225C-8955-657FA072F8D4}" dt="2026-05-11T23:50:51.513" v="1"/>
          <ac:picMkLst>
            <pc:docMk/>
            <pc:sldMk cId="3177291753" sldId="265"/>
            <ac:picMk id="2" creationId="{3C5A297D-BF55-5263-01B5-A4B5981F94A0}"/>
          </ac:picMkLst>
        </pc:picChg>
        <pc:picChg chg="add del mod">
          <ac:chgData name="Nagy Panna Viktória" userId="S::nagy.panna.viktoria@blathy.info::830f8e82-f5fc-4cde-804a-867e2c8d1be8" providerId="AD" clId="Web-{1BC27F93-740D-225C-8955-657FA072F8D4}" dt="2026-05-11T23:51:07.030" v="3"/>
          <ac:picMkLst>
            <pc:docMk/>
            <pc:sldMk cId="3177291753" sldId="265"/>
            <ac:picMk id="8" creationId="{08977670-AE13-7422-A210-994645860D01}"/>
          </ac:picMkLst>
        </pc:picChg>
      </pc:sldChg>
    </pc:docChg>
  </pc:docChgLst>
  <pc:docChgLst>
    <pc:chgData name="Nagy Panna Viktória" userId="S::nagy.panna.viktoria@blathy.info::830f8e82-f5fc-4cde-804a-867e2c8d1be8" providerId="AD" clId="Web-{F8B04736-F004-12E0-856C-B8F1D2AB0495}"/>
    <pc:docChg chg="addSld modSld sldOrd">
      <pc:chgData name="Nagy Panna Viktória" userId="S::nagy.panna.viktoria@blathy.info::830f8e82-f5fc-4cde-804a-867e2c8d1be8" providerId="AD" clId="Web-{F8B04736-F004-12E0-856C-B8F1D2AB0495}" dt="2026-05-12T00:50:13.484" v="133" actId="1076"/>
      <pc:docMkLst>
        <pc:docMk/>
      </pc:docMkLst>
      <pc:sldChg chg="modSp ord">
        <pc:chgData name="Nagy Panna Viktória" userId="S::nagy.panna.viktoria@blathy.info::830f8e82-f5fc-4cde-804a-867e2c8d1be8" providerId="AD" clId="Web-{F8B04736-F004-12E0-856C-B8F1D2AB0495}" dt="2026-05-12T00:50:13.484" v="133" actId="1076"/>
        <pc:sldMkLst>
          <pc:docMk/>
          <pc:sldMk cId="2304839194" sldId="269"/>
        </pc:sldMkLst>
        <pc:spChg chg="mod">
          <ac:chgData name="Nagy Panna Viktória" userId="S::nagy.panna.viktoria@blathy.info::830f8e82-f5fc-4cde-804a-867e2c8d1be8" providerId="AD" clId="Web-{F8B04736-F004-12E0-856C-B8F1D2AB0495}" dt="2026-05-12T00:50:13.484" v="133" actId="1076"/>
          <ac:spMkLst>
            <pc:docMk/>
            <pc:sldMk cId="2304839194" sldId="269"/>
            <ac:spMk id="9" creationId="{FEB6CA4E-B277-AEFB-67FB-2AE2FFD8C7D0}"/>
          </ac:spMkLst>
        </pc:spChg>
      </pc:sldChg>
      <pc:sldChg chg="modSp add replId">
        <pc:chgData name="Nagy Panna Viktória" userId="S::nagy.panna.viktoria@blathy.info::830f8e82-f5fc-4cde-804a-867e2c8d1be8" providerId="AD" clId="Web-{F8B04736-F004-12E0-856C-B8F1D2AB0495}" dt="2026-05-12T00:48:48.647" v="128" actId="20577"/>
        <pc:sldMkLst>
          <pc:docMk/>
          <pc:sldMk cId="2284307060" sldId="271"/>
        </pc:sldMkLst>
        <pc:spChg chg="mod">
          <ac:chgData name="Nagy Panna Viktória" userId="S::nagy.panna.viktoria@blathy.info::830f8e82-f5fc-4cde-804a-867e2c8d1be8" providerId="AD" clId="Web-{F8B04736-F004-12E0-856C-B8F1D2AB0495}" dt="2026-05-12T00:48:48.647" v="128" actId="20577"/>
          <ac:spMkLst>
            <pc:docMk/>
            <pc:sldMk cId="2284307060" sldId="271"/>
            <ac:spMk id="3" creationId="{50B095B9-3B44-56DB-6AA3-FDDF9BA57947}"/>
          </ac:spMkLst>
        </pc:spChg>
      </pc:sldChg>
      <pc:sldChg chg="addSp delSp modSp add replId">
        <pc:chgData name="Nagy Panna Viktória" userId="S::nagy.panna.viktoria@blathy.info::830f8e82-f5fc-4cde-804a-867e2c8d1be8" providerId="AD" clId="Web-{F8B04736-F004-12E0-856C-B8F1D2AB0495}" dt="2026-05-12T00:47:26.467" v="111" actId="1076"/>
        <pc:sldMkLst>
          <pc:docMk/>
          <pc:sldMk cId="2744981198" sldId="272"/>
        </pc:sldMkLst>
        <pc:spChg chg="del mod">
          <ac:chgData name="Nagy Panna Viktória" userId="S::nagy.panna.viktoria@blathy.info::830f8e82-f5fc-4cde-804a-867e2c8d1be8" providerId="AD" clId="Web-{F8B04736-F004-12E0-856C-B8F1D2AB0495}" dt="2026-05-12T00:36:24.198" v="39"/>
          <ac:spMkLst>
            <pc:docMk/>
            <pc:sldMk cId="2744981198" sldId="272"/>
            <ac:spMk id="3" creationId="{26F06159-D3BE-36AF-CA61-478C980D3DAA}"/>
          </ac:spMkLst>
        </pc:spChg>
        <pc:spChg chg="add del mod">
          <ac:chgData name="Nagy Panna Viktória" userId="S::nagy.panna.viktoria@blathy.info::830f8e82-f5fc-4cde-804a-867e2c8d1be8" providerId="AD" clId="Web-{F8B04736-F004-12E0-856C-B8F1D2AB0495}" dt="2026-05-12T00:37:24.996" v="41"/>
          <ac:spMkLst>
            <pc:docMk/>
            <pc:sldMk cId="2744981198" sldId="272"/>
            <ac:spMk id="9" creationId="{D4CA712D-D5F6-029D-7DCC-5147A4FA1411}"/>
          </ac:spMkLst>
        </pc:spChg>
        <pc:spChg chg="add del mod">
          <ac:chgData name="Nagy Panna Viktória" userId="S::nagy.panna.viktoria@blathy.info::830f8e82-f5fc-4cde-804a-867e2c8d1be8" providerId="AD" clId="Web-{F8B04736-F004-12E0-856C-B8F1D2AB0495}" dt="2026-05-12T00:37:39.950" v="43"/>
          <ac:spMkLst>
            <pc:docMk/>
            <pc:sldMk cId="2744981198" sldId="272"/>
            <ac:spMk id="12" creationId="{E8E536A9-A903-CA13-A59B-DA6386AE188E}"/>
          </ac:spMkLst>
        </pc:spChg>
        <pc:spChg chg="add del mod">
          <ac:chgData name="Nagy Panna Viktória" userId="S::nagy.panna.viktoria@blathy.info::830f8e82-f5fc-4cde-804a-867e2c8d1be8" providerId="AD" clId="Web-{F8B04736-F004-12E0-856C-B8F1D2AB0495}" dt="2026-05-12T00:37:52.075" v="45"/>
          <ac:spMkLst>
            <pc:docMk/>
            <pc:sldMk cId="2744981198" sldId="272"/>
            <ac:spMk id="15" creationId="{36A481C0-B0E2-8092-95CC-967BB393F2AB}"/>
          </ac:spMkLst>
        </pc:spChg>
        <pc:picChg chg="add del mod ord">
          <ac:chgData name="Nagy Panna Viktória" userId="S::nagy.panna.viktoria@blathy.info::830f8e82-f5fc-4cde-804a-867e2c8d1be8" providerId="AD" clId="Web-{F8B04736-F004-12E0-856C-B8F1D2AB0495}" dt="2026-05-12T00:36:29.510" v="40"/>
          <ac:picMkLst>
            <pc:docMk/>
            <pc:sldMk cId="2744981198" sldId="272"/>
            <ac:picMk id="4" creationId="{FCB8C539-2ADC-B74F-DE92-577B24FBD777}"/>
          </ac:picMkLst>
        </pc:picChg>
        <pc:picChg chg="add del mod ord">
          <ac:chgData name="Nagy Panna Viktória" userId="S::nagy.panna.viktoria@blathy.info::830f8e82-f5fc-4cde-804a-867e2c8d1be8" providerId="AD" clId="Web-{F8B04736-F004-12E0-856C-B8F1D2AB0495}" dt="2026-05-12T00:37:27.731" v="42"/>
          <ac:picMkLst>
            <pc:docMk/>
            <pc:sldMk cId="2744981198" sldId="272"/>
            <ac:picMk id="10" creationId="{9328097C-54D5-D6D4-5B21-599999F8C2C9}"/>
          </ac:picMkLst>
        </pc:picChg>
        <pc:picChg chg="add del mod ord">
          <ac:chgData name="Nagy Panna Viktória" userId="S::nagy.panna.viktoria@blathy.info::830f8e82-f5fc-4cde-804a-867e2c8d1be8" providerId="AD" clId="Web-{F8B04736-F004-12E0-856C-B8F1D2AB0495}" dt="2026-05-12T00:37:42.418" v="44"/>
          <ac:picMkLst>
            <pc:docMk/>
            <pc:sldMk cId="2744981198" sldId="272"/>
            <ac:picMk id="13" creationId="{12DEB101-4E2C-7A16-E95D-EE4623C6BA01}"/>
          </ac:picMkLst>
        </pc:picChg>
        <pc:picChg chg="add mod ord modCrop">
          <ac:chgData name="Nagy Panna Viktória" userId="S::nagy.panna.viktoria@blathy.info::830f8e82-f5fc-4cde-804a-867e2c8d1be8" providerId="AD" clId="Web-{F8B04736-F004-12E0-856C-B8F1D2AB0495}" dt="2026-05-12T00:46:40.840" v="100" actId="1076"/>
          <ac:picMkLst>
            <pc:docMk/>
            <pc:sldMk cId="2744981198" sldId="272"/>
            <ac:picMk id="16" creationId="{98DE1336-6727-3689-CFDA-738CB4B8BFB5}"/>
          </ac:picMkLst>
        </pc:picChg>
        <pc:picChg chg="add del mod">
          <ac:chgData name="Nagy Panna Viktória" userId="S::nagy.panna.viktoria@blathy.info::830f8e82-f5fc-4cde-804a-867e2c8d1be8" providerId="AD" clId="Web-{F8B04736-F004-12E0-856C-B8F1D2AB0495}" dt="2026-05-12T00:40:33.344" v="56"/>
          <ac:picMkLst>
            <pc:docMk/>
            <pc:sldMk cId="2744981198" sldId="272"/>
            <ac:picMk id="17" creationId="{537EF254-8211-9E4B-3303-5587D6680C7A}"/>
          </ac:picMkLst>
        </pc:picChg>
        <pc:picChg chg="add mod">
          <ac:chgData name="Nagy Panna Viktória" userId="S::nagy.panna.viktoria@blathy.info::830f8e82-f5fc-4cde-804a-867e2c8d1be8" providerId="AD" clId="Web-{F8B04736-F004-12E0-856C-B8F1D2AB0495}" dt="2026-05-12T00:47:26.467" v="111" actId="1076"/>
          <ac:picMkLst>
            <pc:docMk/>
            <pc:sldMk cId="2744981198" sldId="272"/>
            <ac:picMk id="18" creationId="{AFD798C0-135F-48A0-AA35-0A4F5E994691}"/>
          </ac:picMkLst>
        </pc:picChg>
        <pc:picChg chg="add del mod">
          <ac:chgData name="Nagy Panna Viktória" userId="S::nagy.panna.viktoria@blathy.info::830f8e82-f5fc-4cde-804a-867e2c8d1be8" providerId="AD" clId="Web-{F8B04736-F004-12E0-856C-B8F1D2AB0495}" dt="2026-05-12T00:42:12.580" v="62"/>
          <ac:picMkLst>
            <pc:docMk/>
            <pc:sldMk cId="2744981198" sldId="272"/>
            <ac:picMk id="19" creationId="{C50386CC-F276-D3A1-D786-CD51E44F3BE9}"/>
          </ac:picMkLst>
        </pc:picChg>
        <pc:picChg chg="add del mod">
          <ac:chgData name="Nagy Panna Viktória" userId="S::nagy.panna.viktoria@blathy.info::830f8e82-f5fc-4cde-804a-867e2c8d1be8" providerId="AD" clId="Web-{F8B04736-F004-12E0-856C-B8F1D2AB0495}" dt="2026-05-12T00:42:28.206" v="64"/>
          <ac:picMkLst>
            <pc:docMk/>
            <pc:sldMk cId="2744981198" sldId="272"/>
            <ac:picMk id="20" creationId="{F4EB4EFB-A8DE-6FD1-1165-9B259423583B}"/>
          </ac:picMkLst>
        </pc:picChg>
        <pc:picChg chg="add mod modCrop">
          <ac:chgData name="Nagy Panna Viktória" userId="S::nagy.panna.viktoria@blathy.info::830f8e82-f5fc-4cde-804a-867e2c8d1be8" providerId="AD" clId="Web-{F8B04736-F004-12E0-856C-B8F1D2AB0495}" dt="2026-05-12T00:47:07.107" v="106" actId="1076"/>
          <ac:picMkLst>
            <pc:docMk/>
            <pc:sldMk cId="2744981198" sldId="272"/>
            <ac:picMk id="21" creationId="{D3D5A40A-9795-CAAC-2AA2-DF140AB60325}"/>
          </ac:picMkLst>
        </pc:picChg>
        <pc:picChg chg="add mod">
          <ac:chgData name="Nagy Panna Viktória" userId="S::nagy.panna.viktoria@blathy.info::830f8e82-f5fc-4cde-804a-867e2c8d1be8" providerId="AD" clId="Web-{F8B04736-F004-12E0-856C-B8F1D2AB0495}" dt="2026-05-12T00:47:16.498" v="108" actId="1076"/>
          <ac:picMkLst>
            <pc:docMk/>
            <pc:sldMk cId="2744981198" sldId="272"/>
            <ac:picMk id="22" creationId="{EDB47C7A-43F0-268B-996F-2670ABCF7CE2}"/>
          </ac:picMkLst>
        </pc:picChg>
        <pc:picChg chg="add del mod modCrop">
          <ac:chgData name="Nagy Panna Viktória" userId="S::nagy.panna.viktoria@blathy.info::830f8e82-f5fc-4cde-804a-867e2c8d1be8" providerId="AD" clId="Web-{F8B04736-F004-12E0-856C-B8F1D2AB0495}" dt="2026-05-12T00:45:11.333" v="81"/>
          <ac:picMkLst>
            <pc:docMk/>
            <pc:sldMk cId="2744981198" sldId="272"/>
            <ac:picMk id="23" creationId="{7372FC9B-6769-22B8-7E99-18B1B623324E}"/>
          </ac:picMkLst>
        </pc:picChg>
      </pc:sldChg>
      <pc:sldChg chg="add ord replId">
        <pc:chgData name="Nagy Panna Viktória" userId="S::nagy.panna.viktoria@blathy.info::830f8e82-f5fc-4cde-804a-867e2c8d1be8" providerId="AD" clId="Web-{F8B04736-F004-12E0-856C-B8F1D2AB0495}" dt="2026-05-12T00:49:41.170" v="132"/>
        <pc:sldMkLst>
          <pc:docMk/>
          <pc:sldMk cId="1064067597" sldId="273"/>
        </pc:sldMkLst>
      </pc:sldChg>
    </pc:docChg>
  </pc:docChgLst>
  <pc:docChgLst>
    <pc:chgData name="Nagy Panna Viktória" userId="S::nagy.panna.viktoria@blathy.info::830f8e82-f5fc-4cde-804a-867e2c8d1be8" providerId="AD" clId="Web-{4EBFE773-B7A5-1A67-D207-C79F7C7A0EE2}"/>
    <pc:docChg chg="addSld modSld">
      <pc:chgData name="Nagy Panna Viktória" userId="S::nagy.panna.viktoria@blathy.info::830f8e82-f5fc-4cde-804a-867e2c8d1be8" providerId="AD" clId="Web-{4EBFE773-B7A5-1A67-D207-C79F7C7A0EE2}" dt="2026-05-11T20:49:36.511" v="403" actId="20577"/>
      <pc:docMkLst>
        <pc:docMk/>
      </pc:docMkLst>
      <pc:sldChg chg="addSp delSp modSp">
        <pc:chgData name="Nagy Panna Viktória" userId="S::nagy.panna.viktoria@blathy.info::830f8e82-f5fc-4cde-804a-867e2c8d1be8" providerId="AD" clId="Web-{4EBFE773-B7A5-1A67-D207-C79F7C7A0EE2}" dt="2026-05-11T20:36:38.051" v="126" actId="14100"/>
        <pc:sldMkLst>
          <pc:docMk/>
          <pc:sldMk cId="1048098845" sldId="264"/>
        </pc:sldMkLst>
        <pc:spChg chg="add del">
          <ac:chgData name="Nagy Panna Viktória" userId="S::nagy.panna.viktoria@blathy.info::830f8e82-f5fc-4cde-804a-867e2c8d1be8" providerId="AD" clId="Web-{4EBFE773-B7A5-1A67-D207-C79F7C7A0EE2}" dt="2026-05-11T20:29:18.306" v="21"/>
          <ac:spMkLst>
            <pc:docMk/>
            <pc:sldMk cId="1048098845" sldId="264"/>
            <ac:spMk id="2" creationId="{3FAD452A-0A3A-DEDD-6F1F-A62084FB7A15}"/>
          </ac:spMkLst>
        </pc:spChg>
        <pc:spChg chg="add mod">
          <ac:chgData name="Nagy Panna Viktória" userId="S::nagy.panna.viktoria@blathy.info::830f8e82-f5fc-4cde-804a-867e2c8d1be8" providerId="AD" clId="Web-{4EBFE773-B7A5-1A67-D207-C79F7C7A0EE2}" dt="2026-05-11T20:36:38.051" v="126" actId="14100"/>
          <ac:spMkLst>
            <pc:docMk/>
            <pc:sldMk cId="1048098845" sldId="264"/>
            <ac:spMk id="4" creationId="{48FD194F-A126-2ACF-0314-FF3BA2931384}"/>
          </ac:spMkLst>
        </pc:spChg>
      </pc:sldChg>
      <pc:sldChg chg="addSp modSp">
        <pc:chgData name="Nagy Panna Viktória" userId="S::nagy.panna.viktoria@blathy.info::830f8e82-f5fc-4cde-804a-867e2c8d1be8" providerId="AD" clId="Web-{4EBFE773-B7A5-1A67-D207-C79F7C7A0EE2}" dt="2026-05-11T20:38:51.312" v="180" actId="1076"/>
        <pc:sldMkLst>
          <pc:docMk/>
          <pc:sldMk cId="3177291753" sldId="265"/>
        </pc:sldMkLst>
        <pc:spChg chg="add mod">
          <ac:chgData name="Nagy Panna Viktória" userId="S::nagy.panna.viktoria@blathy.info::830f8e82-f5fc-4cde-804a-867e2c8d1be8" providerId="AD" clId="Web-{4EBFE773-B7A5-1A67-D207-C79F7C7A0EE2}" dt="2026-05-11T20:38:51.312" v="180" actId="1076"/>
          <ac:spMkLst>
            <pc:docMk/>
            <pc:sldMk cId="3177291753" sldId="265"/>
            <ac:spMk id="4" creationId="{EBC0D1C8-B6C7-9791-DFF4-666DF24AB144}"/>
          </ac:spMkLst>
        </pc:spChg>
      </pc:sldChg>
      <pc:sldChg chg="addSp modSp">
        <pc:chgData name="Nagy Panna Viktória" userId="S::nagy.panna.viktoria@blathy.info::830f8e82-f5fc-4cde-804a-867e2c8d1be8" providerId="AD" clId="Web-{4EBFE773-B7A5-1A67-D207-C79F7C7A0EE2}" dt="2026-05-11T20:44:41.583" v="255" actId="1076"/>
        <pc:sldMkLst>
          <pc:docMk/>
          <pc:sldMk cId="3988256402" sldId="266"/>
        </pc:sldMkLst>
        <pc:spChg chg="add mod">
          <ac:chgData name="Nagy Panna Viktória" userId="S::nagy.panna.viktoria@blathy.info::830f8e82-f5fc-4cde-804a-867e2c8d1be8" providerId="AD" clId="Web-{4EBFE773-B7A5-1A67-D207-C79F7C7A0EE2}" dt="2026-05-11T20:44:41.583" v="255" actId="1076"/>
          <ac:spMkLst>
            <pc:docMk/>
            <pc:sldMk cId="3988256402" sldId="266"/>
            <ac:spMk id="3" creationId="{0542E143-2AB7-296B-9001-206AD31D7EA7}"/>
          </ac:spMkLst>
        </pc:spChg>
        <pc:spChg chg="mod">
          <ac:chgData name="Nagy Panna Viktória" userId="S::nagy.panna.viktoria@blathy.info::830f8e82-f5fc-4cde-804a-867e2c8d1be8" providerId="AD" clId="Web-{4EBFE773-B7A5-1A67-D207-C79F7C7A0EE2}" dt="2026-05-11T20:44:22.786" v="253" actId="14100"/>
          <ac:spMkLst>
            <pc:docMk/>
            <pc:sldMk cId="3988256402" sldId="266"/>
            <ac:spMk id="4" creationId="{49D830F7-CE28-7934-DCF6-FE061BF17BC9}"/>
          </ac:spMkLst>
        </pc:spChg>
      </pc:sldChg>
      <pc:sldChg chg="addSp modSp">
        <pc:chgData name="Nagy Panna Viktória" userId="S::nagy.panna.viktoria@blathy.info::830f8e82-f5fc-4cde-804a-867e2c8d1be8" providerId="AD" clId="Web-{4EBFE773-B7A5-1A67-D207-C79F7C7A0EE2}" dt="2026-05-11T20:48:34.634" v="387" actId="1076"/>
        <pc:sldMkLst>
          <pc:docMk/>
          <pc:sldMk cId="1027455454" sldId="268"/>
        </pc:sldMkLst>
        <pc:spChg chg="add mod">
          <ac:chgData name="Nagy Panna Viktória" userId="S::nagy.panna.viktoria@blathy.info::830f8e82-f5fc-4cde-804a-867e2c8d1be8" providerId="AD" clId="Web-{4EBFE773-B7A5-1A67-D207-C79F7C7A0EE2}" dt="2026-05-11T20:48:34.634" v="387" actId="1076"/>
          <ac:spMkLst>
            <pc:docMk/>
            <pc:sldMk cId="1027455454" sldId="268"/>
            <ac:spMk id="4" creationId="{3F1AE6D1-4355-92CD-5C5F-B69AC54F0E38}"/>
          </ac:spMkLst>
        </pc:spChg>
      </pc:sldChg>
      <pc:sldChg chg="addSp delSp modSp">
        <pc:chgData name="Nagy Panna Viktória" userId="S::nagy.panna.viktoria@blathy.info::830f8e82-f5fc-4cde-804a-867e2c8d1be8" providerId="AD" clId="Web-{4EBFE773-B7A5-1A67-D207-C79F7C7A0EE2}" dt="2026-05-11T20:49:36.511" v="403" actId="20577"/>
        <pc:sldMkLst>
          <pc:docMk/>
          <pc:sldMk cId="2304839194" sldId="269"/>
        </pc:sldMkLst>
        <pc:spChg chg="del">
          <ac:chgData name="Nagy Panna Viktória" userId="S::nagy.panna.viktoria@blathy.info::830f8e82-f5fc-4cde-804a-867e2c8d1be8" providerId="AD" clId="Web-{4EBFE773-B7A5-1A67-D207-C79F7C7A0EE2}" dt="2026-05-11T20:49:06.463" v="388"/>
          <ac:spMkLst>
            <pc:docMk/>
            <pc:sldMk cId="2304839194" sldId="269"/>
            <ac:spMk id="4" creationId="{7F76543B-8531-080B-C009-C6ED8FE24A5E}"/>
          </ac:spMkLst>
        </pc:spChg>
        <pc:spChg chg="add mod">
          <ac:chgData name="Nagy Panna Viktória" userId="S::nagy.panna.viktoria@blathy.info::830f8e82-f5fc-4cde-804a-867e2c8d1be8" providerId="AD" clId="Web-{4EBFE773-B7A5-1A67-D207-C79F7C7A0EE2}" dt="2026-05-11T20:49:36.511" v="403" actId="20577"/>
          <ac:spMkLst>
            <pc:docMk/>
            <pc:sldMk cId="2304839194" sldId="269"/>
            <ac:spMk id="9" creationId="{FEB6CA4E-B277-AEFB-67FB-2AE2FFD8C7D0}"/>
          </ac:spMkLst>
        </pc:spChg>
        <pc:picChg chg="add del mod modCrop">
          <ac:chgData name="Nagy Panna Viktória" userId="S::nagy.panna.viktoria@blathy.info::830f8e82-f5fc-4cde-804a-867e2c8d1be8" providerId="AD" clId="Web-{4EBFE773-B7A5-1A67-D207-C79F7C7A0EE2}" dt="2026-05-11T20:49:10.495" v="394"/>
          <ac:picMkLst>
            <pc:docMk/>
            <pc:sldMk cId="2304839194" sldId="269"/>
            <ac:picMk id="2" creationId="{69EFA55F-1091-E721-4FD7-E3CED6ABBAE3}"/>
          </ac:picMkLst>
        </pc:picChg>
        <pc:picChg chg="del">
          <ac:chgData name="Nagy Panna Viktória" userId="S::nagy.panna.viktoria@blathy.info::830f8e82-f5fc-4cde-804a-867e2c8d1be8" providerId="AD" clId="Web-{4EBFE773-B7A5-1A67-D207-C79F7C7A0EE2}" dt="2026-05-11T20:49:06.463" v="388"/>
          <ac:picMkLst>
            <pc:docMk/>
            <pc:sldMk cId="2304839194" sldId="269"/>
            <ac:picMk id="3" creationId="{C2396766-27E6-9550-FC45-8610BC094C61}"/>
          </ac:picMkLst>
        </pc:picChg>
      </pc:sldChg>
      <pc:sldChg chg="addSp delSp modSp add replId">
        <pc:chgData name="Nagy Panna Viktória" userId="S::nagy.panna.viktoria@blathy.info::830f8e82-f5fc-4cde-804a-867e2c8d1be8" providerId="AD" clId="Web-{4EBFE773-B7A5-1A67-D207-C79F7C7A0EE2}" dt="2026-05-11T20:47:58.149" v="386" actId="1076"/>
        <pc:sldMkLst>
          <pc:docMk/>
          <pc:sldMk cId="1633215247" sldId="270"/>
        </pc:sldMkLst>
        <pc:spChg chg="mod">
          <ac:chgData name="Nagy Panna Viktória" userId="S::nagy.panna.viktoria@blathy.info::830f8e82-f5fc-4cde-804a-867e2c8d1be8" providerId="AD" clId="Web-{4EBFE773-B7A5-1A67-D207-C79F7C7A0EE2}" dt="2026-05-11T20:27:49.773" v="19" actId="20577"/>
          <ac:spMkLst>
            <pc:docMk/>
            <pc:sldMk cId="1633215247" sldId="270"/>
            <ac:spMk id="3" creationId="{75738CC1-A4AE-110D-A918-3D45C0EAD8CF}"/>
          </ac:spMkLst>
        </pc:spChg>
        <pc:spChg chg="add mod">
          <ac:chgData name="Nagy Panna Viktória" userId="S::nagy.panna.viktoria@blathy.info::830f8e82-f5fc-4cde-804a-867e2c8d1be8" providerId="AD" clId="Web-{4EBFE773-B7A5-1A67-D207-C79F7C7A0EE2}" dt="2026-05-11T20:47:58.149" v="386" actId="1076"/>
          <ac:spMkLst>
            <pc:docMk/>
            <pc:sldMk cId="1633215247" sldId="270"/>
            <ac:spMk id="4" creationId="{F95F2BCE-7E74-62B3-E0A4-A7AD008A068B}"/>
          </ac:spMkLst>
        </pc:spChg>
        <pc:spChg chg="del mod">
          <ac:chgData name="Nagy Panna Viktória" userId="S::nagy.panna.viktoria@blathy.info::830f8e82-f5fc-4cde-804a-867e2c8d1be8" providerId="AD" clId="Web-{4EBFE773-B7A5-1A67-D207-C79F7C7A0EE2}" dt="2026-05-11T20:27:31.429" v="11"/>
          <ac:spMkLst>
            <pc:docMk/>
            <pc:sldMk cId="1633215247" sldId="270"/>
            <ac:spMk id="5" creationId="{3FAD452A-0A3A-DEDD-6F1F-A62084FB7A15}"/>
          </ac:spMkLst>
        </pc:spChg>
      </pc:sldChg>
    </pc:docChg>
  </pc:docChgLst>
  <pc:docChgLst>
    <pc:chgData name="Nagy Panna Viktória" userId="S::nagy.panna.viktoria@blathy.info::830f8e82-f5fc-4cde-804a-867e2c8d1be8" providerId="AD" clId="Web-{E8CD986F-3678-D4FF-3E78-590E5EB6E705}"/>
    <pc:docChg chg="modSld">
      <pc:chgData name="Nagy Panna Viktória" userId="S::nagy.panna.viktoria@blathy.info::830f8e82-f5fc-4cde-804a-867e2c8d1be8" providerId="AD" clId="Web-{E8CD986F-3678-D4FF-3E78-590E5EB6E705}" dt="2026-05-11T20:23:48.196" v="102" actId="20577"/>
      <pc:docMkLst>
        <pc:docMk/>
      </pc:docMkLst>
      <pc:sldChg chg="modSp">
        <pc:chgData name="Nagy Panna Viktória" userId="S::nagy.panna.viktoria@blathy.info::830f8e82-f5fc-4cde-804a-867e2c8d1be8" providerId="AD" clId="Web-{E8CD986F-3678-D4FF-3E78-590E5EB6E705}" dt="2026-05-11T19:52:41.286" v="23" actId="1076"/>
        <pc:sldMkLst>
          <pc:docMk/>
          <pc:sldMk cId="1125650646" sldId="263"/>
        </pc:sldMkLst>
        <pc:spChg chg="mod">
          <ac:chgData name="Nagy Panna Viktória" userId="S::nagy.panna.viktoria@blathy.info::830f8e82-f5fc-4cde-804a-867e2c8d1be8" providerId="AD" clId="Web-{E8CD986F-3678-D4FF-3E78-590E5EB6E705}" dt="2026-05-11T19:52:33.833" v="22" actId="14100"/>
          <ac:spMkLst>
            <pc:docMk/>
            <pc:sldMk cId="1125650646" sldId="263"/>
            <ac:spMk id="2" creationId="{00000000-0000-0000-0000-000000000000}"/>
          </ac:spMkLst>
        </pc:spChg>
        <pc:spChg chg="mod">
          <ac:chgData name="Nagy Panna Viktória" userId="S::nagy.panna.viktoria@blathy.info::830f8e82-f5fc-4cde-804a-867e2c8d1be8" providerId="AD" clId="Web-{E8CD986F-3678-D4FF-3E78-590E5EB6E705}" dt="2026-05-11T19:52:00.894" v="13" actId="14100"/>
          <ac:spMkLst>
            <pc:docMk/>
            <pc:sldMk cId="1125650646" sldId="263"/>
            <ac:spMk id="8" creationId="{CC3C6B19-4D96-BD14-154F-6994820F75E3}"/>
          </ac:spMkLst>
        </pc:spChg>
        <pc:picChg chg="mod">
          <ac:chgData name="Nagy Panna Viktória" userId="S::nagy.panna.viktoria@blathy.info::830f8e82-f5fc-4cde-804a-867e2c8d1be8" providerId="AD" clId="Web-{E8CD986F-3678-D4FF-3E78-590E5EB6E705}" dt="2026-05-11T19:52:41.286" v="23" actId="1076"/>
          <ac:picMkLst>
            <pc:docMk/>
            <pc:sldMk cId="1125650646" sldId="263"/>
            <ac:picMk id="3" creationId="{9CA7A45B-F1CC-D7D0-FB8E-DF1CC6481EB6}"/>
          </ac:picMkLst>
        </pc:picChg>
      </pc:sldChg>
      <pc:sldChg chg="delSp modSp">
        <pc:chgData name="Nagy Panna Viktória" userId="S::nagy.panna.viktoria@blathy.info::830f8e82-f5fc-4cde-804a-867e2c8d1be8" providerId="AD" clId="Web-{E8CD986F-3678-D4FF-3E78-590E5EB6E705}" dt="2026-05-11T20:11:02.618" v="71" actId="20577"/>
        <pc:sldMkLst>
          <pc:docMk/>
          <pc:sldMk cId="1048098845" sldId="264"/>
        </pc:sldMkLst>
        <pc:spChg chg="mod">
          <ac:chgData name="Nagy Panna Viktória" userId="S::nagy.panna.viktoria@blathy.info::830f8e82-f5fc-4cde-804a-867e2c8d1be8" providerId="AD" clId="Web-{E8CD986F-3678-D4FF-3E78-590E5EB6E705}" dt="2026-05-11T20:11:02.618" v="71" actId="20577"/>
          <ac:spMkLst>
            <pc:docMk/>
            <pc:sldMk cId="1048098845" sldId="264"/>
            <ac:spMk id="11" creationId="{20512C0D-13FF-9F54-244C-E99E5D52A7CF}"/>
          </ac:spMkLst>
        </pc:spChg>
        <pc:picChg chg="del">
          <ac:chgData name="Nagy Panna Viktória" userId="S::nagy.panna.viktoria@blathy.info::830f8e82-f5fc-4cde-804a-867e2c8d1be8" providerId="AD" clId="Web-{E8CD986F-3678-D4FF-3E78-590E5EB6E705}" dt="2026-05-11T19:53:21.694" v="24"/>
          <ac:picMkLst>
            <pc:docMk/>
            <pc:sldMk cId="1048098845" sldId="264"/>
            <ac:picMk id="13" creationId="{5D7EA054-19E1-5EBD-C35B-A9C8DE6C8F25}"/>
          </ac:picMkLst>
        </pc:picChg>
      </pc:sldChg>
      <pc:sldChg chg="addSp delSp modSp">
        <pc:chgData name="Nagy Panna Viktória" userId="S::nagy.panna.viktoria@blathy.info::830f8e82-f5fc-4cde-804a-867e2c8d1be8" providerId="AD" clId="Web-{E8CD986F-3678-D4FF-3E78-590E5EB6E705}" dt="2026-05-11T20:15:33.239" v="85" actId="20577"/>
        <pc:sldMkLst>
          <pc:docMk/>
          <pc:sldMk cId="3177291753" sldId="265"/>
        </pc:sldMkLst>
        <pc:spChg chg="add mod">
          <ac:chgData name="Nagy Panna Viktória" userId="S::nagy.panna.viktoria@blathy.info::830f8e82-f5fc-4cde-804a-867e2c8d1be8" providerId="AD" clId="Web-{E8CD986F-3678-D4FF-3E78-590E5EB6E705}" dt="2026-05-11T20:15:33.239" v="85" actId="20577"/>
          <ac:spMkLst>
            <pc:docMk/>
            <pc:sldMk cId="3177291753" sldId="265"/>
            <ac:spMk id="3" creationId="{EAC33C89-FD40-E2E3-1D14-1F84CEF80B83}"/>
          </ac:spMkLst>
        </pc:spChg>
        <pc:picChg chg="del">
          <ac:chgData name="Nagy Panna Viktória" userId="S::nagy.panna.viktoria@blathy.info::830f8e82-f5fc-4cde-804a-867e2c8d1be8" providerId="AD" clId="Web-{E8CD986F-3678-D4FF-3E78-590E5EB6E705}" dt="2026-05-11T19:54:07.242" v="27"/>
          <ac:picMkLst>
            <pc:docMk/>
            <pc:sldMk cId="3177291753" sldId="265"/>
            <ac:picMk id="8" creationId="{2B88CB00-5F27-8E18-6EE9-2978F9B134F0}"/>
          </ac:picMkLst>
        </pc:picChg>
      </pc:sldChg>
      <pc:sldChg chg="addSp delSp modSp">
        <pc:chgData name="Nagy Panna Viktória" userId="S::nagy.panna.viktoria@blathy.info::830f8e82-f5fc-4cde-804a-867e2c8d1be8" providerId="AD" clId="Web-{E8CD986F-3678-D4FF-3E78-590E5EB6E705}" dt="2026-05-11T20:19:39.195" v="93" actId="20577"/>
        <pc:sldMkLst>
          <pc:docMk/>
          <pc:sldMk cId="3988256402" sldId="266"/>
        </pc:sldMkLst>
        <pc:spChg chg="add mod">
          <ac:chgData name="Nagy Panna Viktória" userId="S::nagy.panna.viktoria@blathy.info::830f8e82-f5fc-4cde-804a-867e2c8d1be8" providerId="AD" clId="Web-{E8CD986F-3678-D4FF-3E78-590E5EB6E705}" dt="2026-05-11T20:19:39.195" v="93" actId="20577"/>
          <ac:spMkLst>
            <pc:docMk/>
            <pc:sldMk cId="3988256402" sldId="266"/>
            <ac:spMk id="4" creationId="{49D830F7-CE28-7934-DCF6-FE061BF17BC9}"/>
          </ac:spMkLst>
        </pc:spChg>
        <pc:picChg chg="del">
          <ac:chgData name="Nagy Panna Viktória" userId="S::nagy.panna.viktoria@blathy.info::830f8e82-f5fc-4cde-804a-867e2c8d1be8" providerId="AD" clId="Web-{E8CD986F-3678-D4FF-3E78-590E5EB6E705}" dt="2026-05-11T19:54:04.054" v="26"/>
          <ac:picMkLst>
            <pc:docMk/>
            <pc:sldMk cId="3988256402" sldId="266"/>
            <ac:picMk id="3" creationId="{4BA77656-7959-46E5-0A09-E9C8A1E08DD2}"/>
          </ac:picMkLst>
        </pc:picChg>
      </pc:sldChg>
      <pc:sldChg chg="addSp delSp modSp">
        <pc:chgData name="Nagy Panna Viktória" userId="S::nagy.panna.viktoria@blathy.info::830f8e82-f5fc-4cde-804a-867e2c8d1be8" providerId="AD" clId="Web-{E8CD986F-3678-D4FF-3E78-590E5EB6E705}" dt="2026-05-11T20:23:48.196" v="102" actId="20577"/>
        <pc:sldMkLst>
          <pc:docMk/>
          <pc:sldMk cId="1027455454" sldId="268"/>
        </pc:sldMkLst>
        <pc:spChg chg="add mod">
          <ac:chgData name="Nagy Panna Viktória" userId="S::nagy.panna.viktoria@blathy.info::830f8e82-f5fc-4cde-804a-867e2c8d1be8" providerId="AD" clId="Web-{E8CD986F-3678-D4FF-3E78-590E5EB6E705}" dt="2026-05-11T20:23:48.196" v="102" actId="20577"/>
          <ac:spMkLst>
            <pc:docMk/>
            <pc:sldMk cId="1027455454" sldId="268"/>
            <ac:spMk id="3" creationId="{0E245E18-F7CD-6E2A-F1CB-0AEE8DCF9128}"/>
          </ac:spMkLst>
        </pc:spChg>
        <pc:picChg chg="del">
          <ac:chgData name="Nagy Panna Viktória" userId="S::nagy.panna.viktoria@blathy.info::830f8e82-f5fc-4cde-804a-867e2c8d1be8" providerId="AD" clId="Web-{E8CD986F-3678-D4FF-3E78-590E5EB6E705}" dt="2026-05-11T19:53:59.757" v="25"/>
          <ac:picMkLst>
            <pc:docMk/>
            <pc:sldMk cId="1027455454" sldId="268"/>
            <ac:picMk id="9" creationId="{A49F9EEF-1168-8A86-95BB-2DB5F9F3C9B6}"/>
          </ac:picMkLst>
        </pc:picChg>
      </pc:sldChg>
    </pc:docChg>
  </pc:docChgLst>
  <pc:docChgLst>
    <pc:chgData name="Nagy Panna Viktória" userId="S::nagy.panna.viktoria@blathy.info::830f8e82-f5fc-4cde-804a-867e2c8d1be8" providerId="AD" clId="Web-{905DEB50-B8FC-B6C3-2C48-FE839099E978}"/>
    <pc:docChg chg="addSld delSld modSld sldOrd">
      <pc:chgData name="Nagy Panna Viktória" userId="S::nagy.panna.viktoria@blathy.info::830f8e82-f5fc-4cde-804a-867e2c8d1be8" providerId="AD" clId="Web-{905DEB50-B8FC-B6C3-2C48-FE839099E978}" dt="2026-05-12T02:01:33.508" v="562" actId="20577"/>
      <pc:docMkLst>
        <pc:docMk/>
      </pc:docMkLst>
      <pc:sldChg chg="ord">
        <pc:chgData name="Nagy Panna Viktória" userId="S::nagy.panna.viktoria@blathy.info::830f8e82-f5fc-4cde-804a-867e2c8d1be8" providerId="AD" clId="Web-{905DEB50-B8FC-B6C3-2C48-FE839099E978}" dt="2026-05-12T01:14:14.834" v="97"/>
        <pc:sldMkLst>
          <pc:docMk/>
          <pc:sldMk cId="109857222" sldId="256"/>
        </pc:sldMkLst>
      </pc:sldChg>
      <pc:sldChg chg="del">
        <pc:chgData name="Nagy Panna Viktória" userId="S::nagy.panna.viktoria@blathy.info::830f8e82-f5fc-4cde-804a-867e2c8d1be8" providerId="AD" clId="Web-{905DEB50-B8FC-B6C3-2C48-FE839099E978}" dt="2026-05-12T01:54:01.030" v="404"/>
        <pc:sldMkLst>
          <pc:docMk/>
          <pc:sldMk cId="3647252451" sldId="258"/>
        </pc:sldMkLst>
      </pc:sldChg>
      <pc:sldChg chg="del">
        <pc:chgData name="Nagy Panna Viktória" userId="S::nagy.panna.viktoria@blathy.info::830f8e82-f5fc-4cde-804a-867e2c8d1be8" providerId="AD" clId="Web-{905DEB50-B8FC-B6C3-2C48-FE839099E978}" dt="2026-05-12T01:54:04.249" v="405"/>
        <pc:sldMkLst>
          <pc:docMk/>
          <pc:sldMk cId="3172845693" sldId="261"/>
        </pc:sldMkLst>
      </pc:sldChg>
      <pc:sldChg chg="del">
        <pc:chgData name="Nagy Panna Viktória" userId="S::nagy.panna.viktoria@blathy.info::830f8e82-f5fc-4cde-804a-867e2c8d1be8" providerId="AD" clId="Web-{905DEB50-B8FC-B6C3-2C48-FE839099E978}" dt="2026-05-12T01:54:05.984" v="406"/>
        <pc:sldMkLst>
          <pc:docMk/>
          <pc:sldMk cId="1860966619" sldId="262"/>
        </pc:sldMkLst>
      </pc:sldChg>
      <pc:sldChg chg="del">
        <pc:chgData name="Nagy Panna Viktória" userId="S::nagy.panna.viktoria@blathy.info::830f8e82-f5fc-4cde-804a-867e2c8d1be8" providerId="AD" clId="Web-{905DEB50-B8FC-B6C3-2C48-FE839099E978}" dt="2026-05-12T01:54:07.703" v="407"/>
        <pc:sldMkLst>
          <pc:docMk/>
          <pc:sldMk cId="1125650646" sldId="263"/>
        </pc:sldMkLst>
      </pc:sldChg>
      <pc:sldChg chg="modSp del">
        <pc:chgData name="Nagy Panna Viktória" userId="S::nagy.panna.viktoria@blathy.info::830f8e82-f5fc-4cde-804a-867e2c8d1be8" providerId="AD" clId="Web-{905DEB50-B8FC-B6C3-2C48-FE839099E978}" dt="2026-05-12T01:54:08.812" v="408"/>
        <pc:sldMkLst>
          <pc:docMk/>
          <pc:sldMk cId="1048098845" sldId="264"/>
        </pc:sldMkLst>
        <pc:picChg chg="mod modCrop">
          <ac:chgData name="Nagy Panna Viktória" userId="S::nagy.panna.viktoria@blathy.info::830f8e82-f5fc-4cde-804a-867e2c8d1be8" providerId="AD" clId="Web-{905DEB50-B8FC-B6C3-2C48-FE839099E978}" dt="2026-05-12T01:52:13.183" v="379"/>
          <ac:picMkLst>
            <pc:docMk/>
            <pc:sldMk cId="1048098845" sldId="264"/>
            <ac:picMk id="2" creationId="{B2562F3E-E76F-022D-B898-551059EB69B2}"/>
          </ac:picMkLst>
        </pc:picChg>
      </pc:sldChg>
      <pc:sldChg chg="del">
        <pc:chgData name="Nagy Panna Viktória" userId="S::nagy.panna.viktoria@blathy.info::830f8e82-f5fc-4cde-804a-867e2c8d1be8" providerId="AD" clId="Web-{905DEB50-B8FC-B6C3-2C48-FE839099E978}" dt="2026-05-12T01:54:10.968" v="409"/>
        <pc:sldMkLst>
          <pc:docMk/>
          <pc:sldMk cId="3177291753" sldId="265"/>
        </pc:sldMkLst>
      </pc:sldChg>
      <pc:sldChg chg="del">
        <pc:chgData name="Nagy Panna Viktória" userId="S::nagy.panna.viktoria@blathy.info::830f8e82-f5fc-4cde-804a-867e2c8d1be8" providerId="AD" clId="Web-{905DEB50-B8FC-B6C3-2C48-FE839099E978}" dt="2026-05-12T01:54:12.828" v="410"/>
        <pc:sldMkLst>
          <pc:docMk/>
          <pc:sldMk cId="3988256402" sldId="266"/>
        </pc:sldMkLst>
      </pc:sldChg>
      <pc:sldChg chg="del">
        <pc:chgData name="Nagy Panna Viktória" userId="S::nagy.panna.viktoria@blathy.info::830f8e82-f5fc-4cde-804a-867e2c8d1be8" providerId="AD" clId="Web-{905DEB50-B8FC-B6C3-2C48-FE839099E978}" dt="2026-05-12T01:54:14.937" v="411"/>
        <pc:sldMkLst>
          <pc:docMk/>
          <pc:sldMk cId="1027455454" sldId="268"/>
        </pc:sldMkLst>
      </pc:sldChg>
      <pc:sldChg chg="del">
        <pc:chgData name="Nagy Panna Viktória" userId="S::nagy.panna.viktoria@blathy.info::830f8e82-f5fc-4cde-804a-867e2c8d1be8" providerId="AD" clId="Web-{905DEB50-B8FC-B6C3-2C48-FE839099E978}" dt="2026-05-12T01:54:17.047" v="412"/>
        <pc:sldMkLst>
          <pc:docMk/>
          <pc:sldMk cId="1633215247" sldId="270"/>
        </pc:sldMkLst>
      </pc:sldChg>
      <pc:sldChg chg="addSp delSp modSp add del">
        <pc:chgData name="Nagy Panna Viktória" userId="S::nagy.panna.viktoria@blathy.info::830f8e82-f5fc-4cde-804a-867e2c8d1be8" providerId="AD" clId="Web-{905DEB50-B8FC-B6C3-2C48-FE839099E978}" dt="2026-05-12T02:01:33.508" v="562" actId="20577"/>
        <pc:sldMkLst>
          <pc:docMk/>
          <pc:sldMk cId="2284307060" sldId="271"/>
        </pc:sldMkLst>
        <pc:spChg chg="mod">
          <ac:chgData name="Nagy Panna Viktória" userId="S::nagy.panna.viktoria@blathy.info::830f8e82-f5fc-4cde-804a-867e2c8d1be8" providerId="AD" clId="Web-{905DEB50-B8FC-B6C3-2C48-FE839099E978}" dt="2026-05-12T02:01:33.508" v="562" actId="20577"/>
          <ac:spMkLst>
            <pc:docMk/>
            <pc:sldMk cId="2284307060" sldId="271"/>
            <ac:spMk id="2" creationId="{43F8C51A-ED12-E6BC-B19B-93AB867BD2C5}"/>
          </ac:spMkLst>
        </pc:spChg>
        <pc:spChg chg="mod">
          <ac:chgData name="Nagy Panna Viktória" userId="S::nagy.panna.viktoria@blathy.info::830f8e82-f5fc-4cde-804a-867e2c8d1be8" providerId="AD" clId="Web-{905DEB50-B8FC-B6C3-2C48-FE839099E978}" dt="2026-05-12T01:59:41.085" v="488" actId="1076"/>
          <ac:spMkLst>
            <pc:docMk/>
            <pc:sldMk cId="2284307060" sldId="271"/>
            <ac:spMk id="3" creationId="{50B095B9-3B44-56DB-6AA3-FDDF9BA57947}"/>
          </ac:spMkLst>
        </pc:spChg>
        <pc:spChg chg="add del">
          <ac:chgData name="Nagy Panna Viktória" userId="S::nagy.panna.viktoria@blathy.info::830f8e82-f5fc-4cde-804a-867e2c8d1be8" providerId="AD" clId="Web-{905DEB50-B8FC-B6C3-2C48-FE839099E978}" dt="2026-05-12T01:41:04.422" v="231"/>
          <ac:spMkLst>
            <pc:docMk/>
            <pc:sldMk cId="2284307060" sldId="271"/>
            <ac:spMk id="4" creationId="{215D4C4D-0AE8-24CF-8F55-469DDB449B31}"/>
          </ac:spMkLst>
        </pc:spChg>
        <pc:spChg chg="mod">
          <ac:chgData name="Nagy Panna Viktória" userId="S::nagy.panna.viktoria@blathy.info::830f8e82-f5fc-4cde-804a-867e2c8d1be8" providerId="AD" clId="Web-{905DEB50-B8FC-B6C3-2C48-FE839099E978}" dt="2026-05-12T01:49:38.708" v="346" actId="1076"/>
          <ac:spMkLst>
            <pc:docMk/>
            <pc:sldMk cId="2284307060" sldId="271"/>
            <ac:spMk id="5" creationId="{80AD2B0C-66CF-7EFA-642B-3C0EBC06CB83}"/>
          </ac:spMkLst>
        </pc:spChg>
        <pc:spChg chg="mod">
          <ac:chgData name="Nagy Panna Viktória" userId="S::nagy.panna.viktoria@blathy.info::830f8e82-f5fc-4cde-804a-867e2c8d1be8" providerId="AD" clId="Web-{905DEB50-B8FC-B6C3-2C48-FE839099E978}" dt="2026-05-12T01:49:38.708" v="347" actId="1076"/>
          <ac:spMkLst>
            <pc:docMk/>
            <pc:sldMk cId="2284307060" sldId="271"/>
            <ac:spMk id="6" creationId="{869EBB82-1A68-C2AB-1A95-456CB9457910}"/>
          </ac:spMkLst>
        </pc:spChg>
        <pc:spChg chg="add del mod">
          <ac:chgData name="Nagy Panna Viktória" userId="S::nagy.panna.viktoria@blathy.info::830f8e82-f5fc-4cde-804a-867e2c8d1be8" providerId="AD" clId="Web-{905DEB50-B8FC-B6C3-2C48-FE839099E978}" dt="2026-05-12T01:58:24.364" v="424"/>
          <ac:spMkLst>
            <pc:docMk/>
            <pc:sldMk cId="2284307060" sldId="271"/>
            <ac:spMk id="9" creationId="{9DD5537A-7253-B61A-6518-6E747AFDB4C7}"/>
          </ac:spMkLst>
        </pc:spChg>
        <pc:spChg chg="add del mod">
          <ac:chgData name="Nagy Panna Viktória" userId="S::nagy.panna.viktoria@blathy.info::830f8e82-f5fc-4cde-804a-867e2c8d1be8" providerId="AD" clId="Web-{905DEB50-B8FC-B6C3-2C48-FE839099E978}" dt="2026-05-12T01:46:51.712" v="314"/>
          <ac:spMkLst>
            <pc:docMk/>
            <pc:sldMk cId="2284307060" sldId="271"/>
            <ac:spMk id="10" creationId="{7B2C29AC-145A-22B5-EC0D-CEC5F5AA1029}"/>
          </ac:spMkLst>
        </pc:spChg>
        <pc:spChg chg="add del mod ord">
          <ac:chgData name="Nagy Panna Viktória" userId="S::nagy.panna.viktoria@blathy.info::830f8e82-f5fc-4cde-804a-867e2c8d1be8" providerId="AD" clId="Web-{905DEB50-B8FC-B6C3-2C48-FE839099E978}" dt="2026-05-12T01:58:25.630" v="425"/>
          <ac:spMkLst>
            <pc:docMk/>
            <pc:sldMk cId="2284307060" sldId="271"/>
            <ac:spMk id="11" creationId="{3E82DE28-0DC1-AED0-4739-A6F7AAA0AD92}"/>
          </ac:spMkLst>
        </pc:spChg>
        <pc:spChg chg="add del mod ord">
          <ac:chgData name="Nagy Panna Viktória" userId="S::nagy.panna.viktoria@blathy.info::830f8e82-f5fc-4cde-804a-867e2c8d1be8" providerId="AD" clId="Web-{905DEB50-B8FC-B6C3-2C48-FE839099E978}" dt="2026-05-12T01:49:18.176" v="339"/>
          <ac:spMkLst>
            <pc:docMk/>
            <pc:sldMk cId="2284307060" sldId="271"/>
            <ac:spMk id="12" creationId="{D8A3FDED-948D-4E2C-C881-C76665FE26C2}"/>
          </ac:spMkLst>
        </pc:spChg>
        <pc:spChg chg="add mod">
          <ac:chgData name="Nagy Panna Viktória" userId="S::nagy.panna.viktoria@blathy.info::830f8e82-f5fc-4cde-804a-867e2c8d1be8" providerId="AD" clId="Web-{905DEB50-B8FC-B6C3-2C48-FE839099E978}" dt="2026-05-12T02:01:24.711" v="558" actId="1076"/>
          <ac:spMkLst>
            <pc:docMk/>
            <pc:sldMk cId="2284307060" sldId="271"/>
            <ac:spMk id="19" creationId="{46F1C984-3BBA-DBFD-797E-821A27186016}"/>
          </ac:spMkLst>
        </pc:spChg>
        <pc:picChg chg="add del mod">
          <ac:chgData name="Nagy Panna Viktória" userId="S::nagy.panna.viktoria@blathy.info::830f8e82-f5fc-4cde-804a-867e2c8d1be8" providerId="AD" clId="Web-{905DEB50-B8FC-B6C3-2C48-FE839099E978}" dt="2026-05-12T01:52:40.981" v="388"/>
          <ac:picMkLst>
            <pc:docMk/>
            <pc:sldMk cId="2284307060" sldId="271"/>
            <ac:picMk id="14" creationId="{6D979446-3708-3767-F956-41BD68841F68}"/>
          </ac:picMkLst>
        </pc:picChg>
        <pc:picChg chg="add del mod">
          <ac:chgData name="Nagy Panna Viktória" userId="S::nagy.panna.viktoria@blathy.info::830f8e82-f5fc-4cde-804a-867e2c8d1be8" providerId="AD" clId="Web-{905DEB50-B8FC-B6C3-2C48-FE839099E978}" dt="2026-05-12T01:54:54.376" v="414"/>
          <ac:picMkLst>
            <pc:docMk/>
            <pc:sldMk cId="2284307060" sldId="271"/>
            <ac:picMk id="15" creationId="{85566A04-1458-5E24-1C10-C6DD4D948041}"/>
          </ac:picMkLst>
        </pc:picChg>
        <pc:picChg chg="add del mod">
          <ac:chgData name="Nagy Panna Viktória" userId="S::nagy.panna.viktoria@blathy.info::830f8e82-f5fc-4cde-804a-867e2c8d1be8" providerId="AD" clId="Web-{905DEB50-B8FC-B6C3-2C48-FE839099E978}" dt="2026-05-12T01:55:00.595" v="417"/>
          <ac:picMkLst>
            <pc:docMk/>
            <pc:sldMk cId="2284307060" sldId="271"/>
            <ac:picMk id="16" creationId="{EEF67A50-027C-1C9C-66C1-C7399A9BADDA}"/>
          </ac:picMkLst>
        </pc:picChg>
        <pc:picChg chg="add del mod">
          <ac:chgData name="Nagy Panna Viktória" userId="S::nagy.panna.viktoria@blathy.info::830f8e82-f5fc-4cde-804a-867e2c8d1be8" providerId="AD" clId="Web-{905DEB50-B8FC-B6C3-2C48-FE839099E978}" dt="2026-05-12T01:55:18.486" v="419"/>
          <ac:picMkLst>
            <pc:docMk/>
            <pc:sldMk cId="2284307060" sldId="271"/>
            <ac:picMk id="17" creationId="{9CA90648-1D8D-BD25-4B04-72DAD19B2F3B}"/>
          </ac:picMkLst>
        </pc:picChg>
      </pc:sldChg>
      <pc:sldChg chg="addSp delSp modSp">
        <pc:chgData name="Nagy Panna Viktória" userId="S::nagy.panna.viktoria@blathy.info::830f8e82-f5fc-4cde-804a-867e2c8d1be8" providerId="AD" clId="Web-{905DEB50-B8FC-B6C3-2C48-FE839099E978}" dt="2026-05-12T01:13:22.737" v="95" actId="14100"/>
        <pc:sldMkLst>
          <pc:docMk/>
          <pc:sldMk cId="2744981198" sldId="272"/>
        </pc:sldMkLst>
        <pc:spChg chg="add del mod">
          <ac:chgData name="Nagy Panna Viktória" userId="S::nagy.panna.viktoria@blathy.info::830f8e82-f5fc-4cde-804a-867e2c8d1be8" providerId="AD" clId="Web-{905DEB50-B8FC-B6C3-2C48-FE839099E978}" dt="2026-05-12T01:12:11.793" v="82"/>
          <ac:spMkLst>
            <pc:docMk/>
            <pc:sldMk cId="2744981198" sldId="272"/>
            <ac:spMk id="12" creationId="{80E6194A-0B6B-2EB1-7B59-F7DD82925C55}"/>
          </ac:spMkLst>
        </pc:spChg>
        <pc:picChg chg="add mod">
          <ac:chgData name="Nagy Panna Viktória" userId="S::nagy.panna.viktoria@blathy.info::830f8e82-f5fc-4cde-804a-867e2c8d1be8" providerId="AD" clId="Web-{905DEB50-B8FC-B6C3-2C48-FE839099E978}" dt="2026-05-12T01:13:22.737" v="95" actId="14100"/>
          <ac:picMkLst>
            <pc:docMk/>
            <pc:sldMk cId="2744981198" sldId="272"/>
            <ac:picMk id="4" creationId="{590C68A3-5533-7567-F262-6A49E0FB62D8}"/>
          </ac:picMkLst>
        </pc:picChg>
        <pc:picChg chg="add mod">
          <ac:chgData name="Nagy Panna Viktória" userId="S::nagy.panna.viktoria@blathy.info::830f8e82-f5fc-4cde-804a-867e2c8d1be8" providerId="AD" clId="Web-{905DEB50-B8FC-B6C3-2C48-FE839099E978}" dt="2026-05-12T01:13:11.689" v="93" actId="1076"/>
          <ac:picMkLst>
            <pc:docMk/>
            <pc:sldMk cId="2744981198" sldId="272"/>
            <ac:picMk id="8" creationId="{50CA708F-4FC4-2294-BBC5-9F56C03445A8}"/>
          </ac:picMkLst>
        </pc:picChg>
        <pc:picChg chg="add del mod">
          <ac:chgData name="Nagy Panna Viktória" userId="S::nagy.panna.viktoria@blathy.info::830f8e82-f5fc-4cde-804a-867e2c8d1be8" providerId="AD" clId="Web-{905DEB50-B8FC-B6C3-2C48-FE839099E978}" dt="2026-05-12T01:11:04.056" v="76"/>
          <ac:picMkLst>
            <pc:docMk/>
            <pc:sldMk cId="2744981198" sldId="272"/>
            <ac:picMk id="9" creationId="{7CF887A3-1C67-B3C2-C28F-BD46B4A634BF}"/>
          </ac:picMkLst>
        </pc:picChg>
        <pc:picChg chg="add mod">
          <ac:chgData name="Nagy Panna Viktória" userId="S::nagy.panna.viktoria@blathy.info::830f8e82-f5fc-4cde-804a-867e2c8d1be8" providerId="AD" clId="Web-{905DEB50-B8FC-B6C3-2C48-FE839099E978}" dt="2026-05-12T01:12:21.028" v="87" actId="1076"/>
          <ac:picMkLst>
            <pc:docMk/>
            <pc:sldMk cId="2744981198" sldId="272"/>
            <ac:picMk id="10" creationId="{1C836136-0E7F-8053-EFCD-9B27BEB3733C}"/>
          </ac:picMkLst>
        </pc:picChg>
        <pc:picChg chg="add mod">
          <ac:chgData name="Nagy Panna Viktória" userId="S::nagy.panna.viktoria@blathy.info::830f8e82-f5fc-4cde-804a-867e2c8d1be8" providerId="AD" clId="Web-{905DEB50-B8FC-B6C3-2C48-FE839099E978}" dt="2026-05-12T01:13:16.205" v="94" actId="1076"/>
          <ac:picMkLst>
            <pc:docMk/>
            <pc:sldMk cId="2744981198" sldId="272"/>
            <ac:picMk id="13" creationId="{AEBCB83C-D8E6-CDA6-6E37-5BBB01436E48}"/>
          </ac:picMkLst>
        </pc:picChg>
        <pc:picChg chg="del">
          <ac:chgData name="Nagy Panna Viktória" userId="S::nagy.panna.viktoria@blathy.info::830f8e82-f5fc-4cde-804a-867e2c8d1be8" providerId="AD" clId="Web-{905DEB50-B8FC-B6C3-2C48-FE839099E978}" dt="2026-05-12T01:12:02.933" v="81"/>
          <ac:picMkLst>
            <pc:docMk/>
            <pc:sldMk cId="2744981198" sldId="272"/>
            <ac:picMk id="16" creationId="{98DE1336-6727-3689-CFDA-738CB4B8BFB5}"/>
          </ac:picMkLst>
        </pc:picChg>
        <pc:picChg chg="del">
          <ac:chgData name="Nagy Panna Viktória" userId="S::nagy.panna.viktoria@blathy.info::830f8e82-f5fc-4cde-804a-867e2c8d1be8" providerId="AD" clId="Web-{905DEB50-B8FC-B6C3-2C48-FE839099E978}" dt="2026-05-12T01:12:23.544" v="88"/>
          <ac:picMkLst>
            <pc:docMk/>
            <pc:sldMk cId="2744981198" sldId="272"/>
            <ac:picMk id="21" creationId="{D3D5A40A-9795-CAAC-2AA2-DF140AB60325}"/>
          </ac:picMkLst>
        </pc:picChg>
      </pc:sldChg>
      <pc:sldChg chg="delSp modSp">
        <pc:chgData name="Nagy Panna Viktória" userId="S::nagy.panna.viktoria@blathy.info::830f8e82-f5fc-4cde-804a-867e2c8d1be8" providerId="AD" clId="Web-{905DEB50-B8FC-B6C3-2C48-FE839099E978}" dt="2026-05-12T00:54:32.857" v="15"/>
        <pc:sldMkLst>
          <pc:docMk/>
          <pc:sldMk cId="1064067597" sldId="273"/>
        </pc:sldMkLst>
        <pc:spChg chg="del mod">
          <ac:chgData name="Nagy Panna Viktória" userId="S::nagy.panna.viktoria@blathy.info::830f8e82-f5fc-4cde-804a-867e2c8d1be8" providerId="AD" clId="Web-{905DEB50-B8FC-B6C3-2C48-FE839099E978}" dt="2026-05-12T00:54:32.857" v="15"/>
          <ac:spMkLst>
            <pc:docMk/>
            <pc:sldMk cId="1064067597" sldId="273"/>
            <ac:spMk id="9" creationId="{EC96CB90-D53C-2F92-7CED-A00D763B92A1}"/>
          </ac:spMkLst>
        </pc:spChg>
      </pc:sldChg>
    </pc:docChg>
  </pc:docChgLst>
  <pc:docChgLst>
    <pc:chgData name="Nagy Panna Viktória" userId="S::nagy.panna.viktoria@blathy.info::830f8e82-f5fc-4cde-804a-867e2c8d1be8" providerId="AD" clId="Web-{A1B0F462-3DB7-666C-10D7-EC59C4B4E0C6}"/>
    <pc:docChg chg="modSld">
      <pc:chgData name="Nagy Panna Viktória" userId="S::nagy.panna.viktoria@blathy.info::830f8e82-f5fc-4cde-804a-867e2c8d1be8" providerId="AD" clId="Web-{A1B0F462-3DB7-666C-10D7-EC59C4B4E0C6}" dt="2026-05-11T23:58:36.227" v="20" actId="1076"/>
      <pc:docMkLst>
        <pc:docMk/>
      </pc:docMkLst>
      <pc:sldChg chg="addSp delSp modSp">
        <pc:chgData name="Nagy Panna Viktória" userId="S::nagy.panna.viktoria@blathy.info::830f8e82-f5fc-4cde-804a-867e2c8d1be8" providerId="AD" clId="Web-{A1B0F462-3DB7-666C-10D7-EC59C4B4E0C6}" dt="2026-05-11T23:14:22.147" v="7" actId="1076"/>
        <pc:sldMkLst>
          <pc:docMk/>
          <pc:sldMk cId="1125650646" sldId="263"/>
        </pc:sldMkLst>
        <pc:spChg chg="del">
          <ac:chgData name="Nagy Panna Viktória" userId="S::nagy.panna.viktoria@blathy.info::830f8e82-f5fc-4cde-804a-867e2c8d1be8" providerId="AD" clId="Web-{A1B0F462-3DB7-666C-10D7-EC59C4B4E0C6}" dt="2026-05-11T23:13:57.740" v="0"/>
          <ac:spMkLst>
            <pc:docMk/>
            <pc:sldMk cId="1125650646" sldId="263"/>
            <ac:spMk id="8" creationId="{CC3C6B19-4D96-BD14-154F-6994820F75E3}"/>
          </ac:spMkLst>
        </pc:spChg>
        <pc:picChg chg="del mod">
          <ac:chgData name="Nagy Panna Viktória" userId="S::nagy.panna.viktoria@blathy.info::830f8e82-f5fc-4cde-804a-867e2c8d1be8" providerId="AD" clId="Web-{A1B0F462-3DB7-666C-10D7-EC59C4B4E0C6}" dt="2026-05-11T23:14:10.038" v="3"/>
          <ac:picMkLst>
            <pc:docMk/>
            <pc:sldMk cId="1125650646" sldId="263"/>
            <ac:picMk id="3" creationId="{9CA7A45B-F1CC-D7D0-FB8E-DF1CC6481EB6}"/>
          </ac:picMkLst>
        </pc:picChg>
        <pc:picChg chg="add mod ord">
          <ac:chgData name="Nagy Panna Viktória" userId="S::nagy.panna.viktoria@blathy.info::830f8e82-f5fc-4cde-804a-867e2c8d1be8" providerId="AD" clId="Web-{A1B0F462-3DB7-666C-10D7-EC59C4B4E0C6}" dt="2026-05-11T23:14:22.147" v="7" actId="1076"/>
          <ac:picMkLst>
            <pc:docMk/>
            <pc:sldMk cId="1125650646" sldId="263"/>
            <ac:picMk id="4" creationId="{AC21CED6-3852-FE0E-3B6D-0A3515634343}"/>
          </ac:picMkLst>
        </pc:picChg>
      </pc:sldChg>
      <pc:sldChg chg="addSp modSp">
        <pc:chgData name="Nagy Panna Viktória" userId="S::nagy.panna.viktoria@blathy.info::830f8e82-f5fc-4cde-804a-867e2c8d1be8" providerId="AD" clId="Web-{A1B0F462-3DB7-666C-10D7-EC59C4B4E0C6}" dt="2026-05-11T23:56:44.489" v="11" actId="1076"/>
        <pc:sldMkLst>
          <pc:docMk/>
          <pc:sldMk cId="3177291753" sldId="265"/>
        </pc:sldMkLst>
        <pc:spChg chg="mod">
          <ac:chgData name="Nagy Panna Viktória" userId="S::nagy.panna.viktoria@blathy.info::830f8e82-f5fc-4cde-804a-867e2c8d1be8" providerId="AD" clId="Web-{A1B0F462-3DB7-666C-10D7-EC59C4B4E0C6}" dt="2026-05-11T23:56:44.489" v="11" actId="1076"/>
          <ac:spMkLst>
            <pc:docMk/>
            <pc:sldMk cId="3177291753" sldId="265"/>
            <ac:spMk id="4" creationId="{EBC0D1C8-B6C7-9791-DFF4-666DF24AB144}"/>
          </ac:spMkLst>
        </pc:spChg>
        <pc:picChg chg="add mod">
          <ac:chgData name="Nagy Panna Viktória" userId="S::nagy.panna.viktoria@blathy.info::830f8e82-f5fc-4cde-804a-867e2c8d1be8" providerId="AD" clId="Web-{A1B0F462-3DB7-666C-10D7-EC59C4B4E0C6}" dt="2026-05-11T23:56:35.739" v="10" actId="1076"/>
          <ac:picMkLst>
            <pc:docMk/>
            <pc:sldMk cId="3177291753" sldId="265"/>
            <ac:picMk id="2" creationId="{F570C904-3AD5-E8E2-3DC3-84DA522454B7}"/>
          </ac:picMkLst>
        </pc:picChg>
      </pc:sldChg>
      <pc:sldChg chg="addSp modSp">
        <pc:chgData name="Nagy Panna Viktória" userId="S::nagy.panna.viktoria@blathy.info::830f8e82-f5fc-4cde-804a-867e2c8d1be8" providerId="AD" clId="Web-{A1B0F462-3DB7-666C-10D7-EC59C4B4E0C6}" dt="2026-05-11T23:58:36.227" v="20" actId="1076"/>
        <pc:sldMkLst>
          <pc:docMk/>
          <pc:sldMk cId="3988256402" sldId="266"/>
        </pc:sldMkLst>
        <pc:spChg chg="mod">
          <ac:chgData name="Nagy Panna Viktória" userId="S::nagy.panna.viktoria@blathy.info::830f8e82-f5fc-4cde-804a-867e2c8d1be8" providerId="AD" clId="Web-{A1B0F462-3DB7-666C-10D7-EC59C4B4E0C6}" dt="2026-05-11T23:58:21.258" v="17" actId="1076"/>
          <ac:spMkLst>
            <pc:docMk/>
            <pc:sldMk cId="3988256402" sldId="266"/>
            <ac:spMk id="3" creationId="{0542E143-2AB7-296B-9001-206AD31D7EA7}"/>
          </ac:spMkLst>
        </pc:spChg>
        <pc:spChg chg="mod">
          <ac:chgData name="Nagy Panna Viktória" userId="S::nagy.panna.viktoria@blathy.info::830f8e82-f5fc-4cde-804a-867e2c8d1be8" providerId="AD" clId="Web-{A1B0F462-3DB7-666C-10D7-EC59C4B4E0C6}" dt="2026-05-11T23:58:31.727" v="19" actId="1076"/>
          <ac:spMkLst>
            <pc:docMk/>
            <pc:sldMk cId="3988256402" sldId="266"/>
            <ac:spMk id="4" creationId="{49D830F7-CE28-7934-DCF6-FE061BF17BC9}"/>
          </ac:spMkLst>
        </pc:spChg>
        <pc:picChg chg="mod">
          <ac:chgData name="Nagy Panna Viktória" userId="S::nagy.panna.viktoria@blathy.info::830f8e82-f5fc-4cde-804a-867e2c8d1be8" providerId="AD" clId="Web-{A1B0F462-3DB7-666C-10D7-EC59C4B4E0C6}" dt="2026-05-11T23:58:25.930" v="18" actId="1076"/>
          <ac:picMkLst>
            <pc:docMk/>
            <pc:sldMk cId="3988256402" sldId="266"/>
            <ac:picMk id="2" creationId="{79FB6BEC-89D4-BC5B-427E-D72481EC7801}"/>
          </ac:picMkLst>
        </pc:picChg>
        <pc:picChg chg="add mod">
          <ac:chgData name="Nagy Panna Viktória" userId="S::nagy.panna.viktoria@blathy.info::830f8e82-f5fc-4cde-804a-867e2c8d1be8" providerId="AD" clId="Web-{A1B0F462-3DB7-666C-10D7-EC59C4B4E0C6}" dt="2026-05-11T23:58:36.227" v="20" actId="1076"/>
          <ac:picMkLst>
            <pc:docMk/>
            <pc:sldMk cId="3988256402" sldId="266"/>
            <ac:picMk id="8" creationId="{6951DE9A-43A1-C0D6-E5FC-163E7DD4886A}"/>
          </ac:picMkLst>
        </pc:picChg>
      </pc:sldChg>
    </pc:docChg>
  </pc:docChgLst>
  <pc:docChgLst>
    <pc:chgData name="Nagy Panna Viktória" userId="S::nagy.panna.viktoria@blathy.info::830f8e82-f5fc-4cde-804a-867e2c8d1be8" providerId="AD" clId="Web-{3D911DF6-0F8D-2CED-05C1-165C24ACB866}"/>
    <pc:docChg chg="modSld sldOrd">
      <pc:chgData name="Nagy Panna Viktória" userId="S::nagy.panna.viktoria@blathy.info::830f8e82-f5fc-4cde-804a-867e2c8d1be8" providerId="AD" clId="Web-{3D911DF6-0F8D-2CED-05C1-165C24ACB866}" dt="2026-05-12T01:19:18.957" v="73" actId="1076"/>
      <pc:docMkLst>
        <pc:docMk/>
      </pc:docMkLst>
      <pc:sldChg chg="addSp delSp modSp ord">
        <pc:chgData name="Nagy Panna Viktória" userId="S::nagy.panna.viktoria@blathy.info::830f8e82-f5fc-4cde-804a-867e2c8d1be8" providerId="AD" clId="Web-{3D911DF6-0F8D-2CED-05C1-165C24ACB866}" dt="2026-05-12T01:19:18.957" v="73" actId="1076"/>
        <pc:sldMkLst>
          <pc:docMk/>
          <pc:sldMk cId="2304839194" sldId="269"/>
        </pc:sldMkLst>
        <pc:spChg chg="add del mod">
          <ac:chgData name="Nagy Panna Viktória" userId="S::nagy.panna.viktoria@blathy.info::830f8e82-f5fc-4cde-804a-867e2c8d1be8" providerId="AD" clId="Web-{3D911DF6-0F8D-2CED-05C1-165C24ACB866}" dt="2026-05-12T01:00:32.330" v="9"/>
          <ac:spMkLst>
            <pc:docMk/>
            <pc:sldMk cId="2304839194" sldId="269"/>
            <ac:spMk id="4" creationId="{457AB014-CC4F-E215-D0E9-E3C931A4ED76}"/>
          </ac:spMkLst>
        </pc:spChg>
        <pc:spChg chg="del">
          <ac:chgData name="Nagy Panna Viktória" userId="S::nagy.panna.viktoria@blathy.info::830f8e82-f5fc-4cde-804a-867e2c8d1be8" providerId="AD" clId="Web-{3D911DF6-0F8D-2CED-05C1-165C24ACB866}" dt="2026-05-12T01:00:13.517" v="7"/>
          <ac:spMkLst>
            <pc:docMk/>
            <pc:sldMk cId="2304839194" sldId="269"/>
            <ac:spMk id="9" creationId="{FEB6CA4E-B277-AEFB-67FB-2AE2FFD8C7D0}"/>
          </ac:spMkLst>
        </pc:spChg>
        <pc:spChg chg="add mod">
          <ac:chgData name="Nagy Panna Viktória" userId="S::nagy.panna.viktoria@blathy.info::830f8e82-f5fc-4cde-804a-867e2c8d1be8" providerId="AD" clId="Web-{3D911DF6-0F8D-2CED-05C1-165C24ACB866}" dt="2026-05-12T01:06:04.928" v="50" actId="20577"/>
          <ac:spMkLst>
            <pc:docMk/>
            <pc:sldMk cId="2304839194" sldId="269"/>
            <ac:spMk id="12" creationId="{5D0E5355-03BC-0241-BB3A-F1EC669ADF8F}"/>
          </ac:spMkLst>
        </pc:spChg>
        <pc:picChg chg="add del mod">
          <ac:chgData name="Nagy Panna Viktória" userId="S::nagy.panna.viktoria@blathy.info::830f8e82-f5fc-4cde-804a-867e2c8d1be8" providerId="AD" clId="Web-{3D911DF6-0F8D-2CED-05C1-165C24ACB866}" dt="2026-05-12T01:18:49.393" v="64"/>
          <ac:picMkLst>
            <pc:docMk/>
            <pc:sldMk cId="2304839194" sldId="269"/>
            <ac:picMk id="2" creationId="{A5FB7732-43B1-71AF-B073-67A12B4D3BF8}"/>
          </ac:picMkLst>
        </pc:picChg>
        <pc:picChg chg="add mod">
          <ac:chgData name="Nagy Panna Viktória" userId="S::nagy.panna.viktoria@blathy.info::830f8e82-f5fc-4cde-804a-867e2c8d1be8" providerId="AD" clId="Web-{3D911DF6-0F8D-2CED-05C1-165C24ACB866}" dt="2026-05-12T01:03:46.871" v="28" actId="1076"/>
          <ac:picMkLst>
            <pc:docMk/>
            <pc:sldMk cId="2304839194" sldId="269"/>
            <ac:picMk id="8" creationId="{28BD57C1-12DB-2A5E-0EB2-743CD4BA9633}"/>
          </ac:picMkLst>
        </pc:picChg>
        <pc:picChg chg="add del mod">
          <ac:chgData name="Nagy Panna Viktória" userId="S::nagy.panna.viktoria@blathy.info::830f8e82-f5fc-4cde-804a-867e2c8d1be8" providerId="AD" clId="Web-{3D911DF6-0F8D-2CED-05C1-165C24ACB866}" dt="2026-05-12T01:03:20.573" v="24"/>
          <ac:picMkLst>
            <pc:docMk/>
            <pc:sldMk cId="2304839194" sldId="269"/>
            <ac:picMk id="10" creationId="{FBCC2328-6640-F670-4EF6-BB7B24090A08}"/>
          </ac:picMkLst>
        </pc:picChg>
        <pc:picChg chg="add mod">
          <ac:chgData name="Nagy Panna Viktória" userId="S::nagy.panna.viktoria@blathy.info::830f8e82-f5fc-4cde-804a-867e2c8d1be8" providerId="AD" clId="Web-{3D911DF6-0F8D-2CED-05C1-165C24ACB866}" dt="2026-05-12T01:19:18.957" v="73" actId="1076"/>
          <ac:picMkLst>
            <pc:docMk/>
            <pc:sldMk cId="2304839194" sldId="269"/>
            <ac:picMk id="13" creationId="{DE8A2C41-74A7-C02A-C377-0D9F57918BE7}"/>
          </ac:picMkLst>
        </pc:picChg>
      </pc:sldChg>
      <pc:sldChg chg="modSp">
        <pc:chgData name="Nagy Panna Viktória" userId="S::nagy.panna.viktoria@blathy.info::830f8e82-f5fc-4cde-804a-867e2c8d1be8" providerId="AD" clId="Web-{3D911DF6-0F8D-2CED-05C1-165C24ACB866}" dt="2026-05-12T01:07:01.071" v="61" actId="1076"/>
        <pc:sldMkLst>
          <pc:docMk/>
          <pc:sldMk cId="2744981198" sldId="272"/>
        </pc:sldMkLst>
        <pc:picChg chg="mod">
          <ac:chgData name="Nagy Panna Viktória" userId="S::nagy.panna.viktoria@blathy.info::830f8e82-f5fc-4cde-804a-867e2c8d1be8" providerId="AD" clId="Web-{3D911DF6-0F8D-2CED-05C1-165C24ACB866}" dt="2026-05-12T01:06:30.054" v="52" actId="1076"/>
          <ac:picMkLst>
            <pc:docMk/>
            <pc:sldMk cId="2744981198" sldId="272"/>
            <ac:picMk id="16" creationId="{98DE1336-6727-3689-CFDA-738CB4B8BFB5}"/>
          </ac:picMkLst>
        </pc:picChg>
        <pc:picChg chg="mod">
          <ac:chgData name="Nagy Panna Viktória" userId="S::nagy.panna.viktoria@blathy.info::830f8e82-f5fc-4cde-804a-867e2c8d1be8" providerId="AD" clId="Web-{3D911DF6-0F8D-2CED-05C1-165C24ACB866}" dt="2026-05-12T01:06:58.930" v="60" actId="1076"/>
          <ac:picMkLst>
            <pc:docMk/>
            <pc:sldMk cId="2744981198" sldId="272"/>
            <ac:picMk id="18" creationId="{AFD798C0-135F-48A0-AA35-0A4F5E994691}"/>
          </ac:picMkLst>
        </pc:picChg>
        <pc:picChg chg="mod modCrop">
          <ac:chgData name="Nagy Panna Viktória" userId="S::nagy.panna.viktoria@blathy.info::830f8e82-f5fc-4cde-804a-867e2c8d1be8" providerId="AD" clId="Web-{3D911DF6-0F8D-2CED-05C1-165C24ACB866}" dt="2026-05-12T01:06:43.180" v="56"/>
          <ac:picMkLst>
            <pc:docMk/>
            <pc:sldMk cId="2744981198" sldId="272"/>
            <ac:picMk id="21" creationId="{D3D5A40A-9795-CAAC-2AA2-DF140AB60325}"/>
          </ac:picMkLst>
        </pc:picChg>
        <pc:picChg chg="mod">
          <ac:chgData name="Nagy Panna Viktória" userId="S::nagy.panna.viktoria@blathy.info::830f8e82-f5fc-4cde-804a-867e2c8d1be8" providerId="AD" clId="Web-{3D911DF6-0F8D-2CED-05C1-165C24ACB866}" dt="2026-05-12T01:07:01.071" v="61" actId="1076"/>
          <ac:picMkLst>
            <pc:docMk/>
            <pc:sldMk cId="2744981198" sldId="272"/>
            <ac:picMk id="22" creationId="{EDB47C7A-43F0-268B-996F-2670ABCF7CE2}"/>
          </ac:picMkLst>
        </pc:picChg>
      </pc:sldChg>
      <pc:sldChg chg="addSp">
        <pc:chgData name="Nagy Panna Viktória" userId="S::nagy.panna.viktoria@blathy.info::830f8e82-f5fc-4cde-804a-867e2c8d1be8" providerId="AD" clId="Web-{3D911DF6-0F8D-2CED-05C1-165C24ACB866}" dt="2026-05-12T01:00:22.814" v="8"/>
        <pc:sldMkLst>
          <pc:docMk/>
          <pc:sldMk cId="1064067597" sldId="273"/>
        </pc:sldMkLst>
        <pc:spChg chg="add">
          <ac:chgData name="Nagy Panna Viktória" userId="S::nagy.panna.viktoria@blathy.info::830f8e82-f5fc-4cde-804a-867e2c8d1be8" providerId="AD" clId="Web-{3D911DF6-0F8D-2CED-05C1-165C24ACB866}" dt="2026-05-12T01:00:22.814" v="8"/>
          <ac:spMkLst>
            <pc:docMk/>
            <pc:sldMk cId="1064067597" sldId="273"/>
            <ac:spMk id="2" creationId="{FEB6CA4E-B277-AEFB-67FB-2AE2FFD8C7D0}"/>
          </ac:spMkLst>
        </pc:spChg>
      </pc:sldChg>
    </pc:docChg>
  </pc:docChgLst>
  <pc:docChgLst>
    <pc:chgData name="Nagy Panna Viktória" userId="S::nagy.panna.viktoria@blathy.info::830f8e82-f5fc-4cde-804a-867e2c8d1be8" providerId="AD" clId="Web-{7CF8F515-3BFA-81EC-0020-7AD716A94946}"/>
    <pc:docChg chg="modSld">
      <pc:chgData name="Nagy Panna Viktória" userId="S::nagy.panna.viktoria@blathy.info::830f8e82-f5fc-4cde-804a-867e2c8d1be8" providerId="AD" clId="Web-{7CF8F515-3BFA-81EC-0020-7AD716A94946}" dt="2026-05-11T22:19:59.386" v="0"/>
      <pc:docMkLst>
        <pc:docMk/>
      </pc:docMkLst>
      <pc:sldChg chg="addSp modSp">
        <pc:chgData name="Nagy Panna Viktória" userId="S::nagy.panna.viktoria@blathy.info::830f8e82-f5fc-4cde-804a-867e2c8d1be8" providerId="AD" clId="Web-{7CF8F515-3BFA-81EC-0020-7AD716A94946}" dt="2026-05-11T22:19:59.386" v="0"/>
        <pc:sldMkLst>
          <pc:docMk/>
          <pc:sldMk cId="1027455454" sldId="268"/>
        </pc:sldMkLst>
        <pc:picChg chg="add mod">
          <ac:chgData name="Nagy Panna Viktória" userId="S::nagy.panna.viktoria@blathy.info::830f8e82-f5fc-4cde-804a-867e2c8d1be8" providerId="AD" clId="Web-{7CF8F515-3BFA-81EC-0020-7AD716A94946}" dt="2026-05-11T22:19:59.386" v="0"/>
          <ac:picMkLst>
            <pc:docMk/>
            <pc:sldMk cId="1027455454" sldId="268"/>
            <ac:picMk id="9" creationId="{20F58729-A00D-65FB-24EB-ACACAC501B51}"/>
          </ac:picMkLst>
        </pc:picChg>
      </pc:sldChg>
    </pc:docChg>
  </pc:docChgLst>
  <pc:docChgLst>
    <pc:chgData name="Nagy Panna Viktória" userId="S::nagy.panna.viktoria@blathy.info::830f8e82-f5fc-4cde-804a-867e2c8d1be8" providerId="AD" clId="Web-{89D1A840-D89B-9131-1B5C-ECF22FC20003}"/>
    <pc:docChg chg="modSld">
      <pc:chgData name="Nagy Panna Viktória" userId="S::nagy.panna.viktoria@blathy.info::830f8e82-f5fc-4cde-804a-867e2c8d1be8" providerId="AD" clId="Web-{89D1A840-D89B-9131-1B5C-ECF22FC20003}" dt="2026-05-11T22:12:00.828" v="30"/>
      <pc:docMkLst>
        <pc:docMk/>
      </pc:docMkLst>
      <pc:sldChg chg="addSp modSp">
        <pc:chgData name="Nagy Panna Viktória" userId="S::nagy.panna.viktoria@blathy.info::830f8e82-f5fc-4cde-804a-867e2c8d1be8" providerId="AD" clId="Web-{89D1A840-D89B-9131-1B5C-ECF22FC20003}" dt="2026-05-11T22:04:56.251" v="10" actId="1076"/>
        <pc:sldMkLst>
          <pc:docMk/>
          <pc:sldMk cId="1048098845" sldId="264"/>
        </pc:sldMkLst>
        <pc:picChg chg="add mod">
          <ac:chgData name="Nagy Panna Viktória" userId="S::nagy.panna.viktoria@blathy.info::830f8e82-f5fc-4cde-804a-867e2c8d1be8" providerId="AD" clId="Web-{89D1A840-D89B-9131-1B5C-ECF22FC20003}" dt="2026-05-11T22:04:56.251" v="10" actId="1076"/>
          <ac:picMkLst>
            <pc:docMk/>
            <pc:sldMk cId="1048098845" sldId="264"/>
            <ac:picMk id="2" creationId="{B2562F3E-E76F-022D-B898-551059EB69B2}"/>
          </ac:picMkLst>
        </pc:picChg>
      </pc:sldChg>
      <pc:sldChg chg="addSp modSp">
        <pc:chgData name="Nagy Panna Viktória" userId="S::nagy.panna.viktoria@blathy.info::830f8e82-f5fc-4cde-804a-867e2c8d1be8" providerId="AD" clId="Web-{89D1A840-D89B-9131-1B5C-ECF22FC20003}" dt="2026-05-11T22:07:48.194" v="26" actId="1076"/>
        <pc:sldMkLst>
          <pc:docMk/>
          <pc:sldMk cId="3988256402" sldId="266"/>
        </pc:sldMkLst>
        <pc:picChg chg="add mod modCrop">
          <ac:chgData name="Nagy Panna Viktória" userId="S::nagy.panna.viktoria@blathy.info::830f8e82-f5fc-4cde-804a-867e2c8d1be8" providerId="AD" clId="Web-{89D1A840-D89B-9131-1B5C-ECF22FC20003}" dt="2026-05-11T22:07:48.194" v="26" actId="1076"/>
          <ac:picMkLst>
            <pc:docMk/>
            <pc:sldMk cId="3988256402" sldId="266"/>
            <ac:picMk id="2" creationId="{79FB6BEC-89D4-BC5B-427E-D72481EC7801}"/>
          </ac:picMkLst>
        </pc:picChg>
        <pc:picChg chg="add mod">
          <ac:chgData name="Nagy Panna Viktória" userId="S::nagy.panna.viktoria@blathy.info::830f8e82-f5fc-4cde-804a-867e2c8d1be8" providerId="AD" clId="Web-{89D1A840-D89B-9131-1B5C-ECF22FC20003}" dt="2026-05-11T22:07:43.632" v="25" actId="14100"/>
          <ac:picMkLst>
            <pc:docMk/>
            <pc:sldMk cId="3988256402" sldId="266"/>
            <ac:picMk id="8" creationId="{A1E2B31E-06D8-CD45-B256-C97FC93B22CD}"/>
          </ac:picMkLst>
        </pc:picChg>
      </pc:sldChg>
      <pc:sldChg chg="addSp modSp">
        <pc:chgData name="Nagy Panna Viktória" userId="S::nagy.panna.viktoria@blathy.info::830f8e82-f5fc-4cde-804a-867e2c8d1be8" providerId="AD" clId="Web-{89D1A840-D89B-9131-1B5C-ECF22FC20003}" dt="2026-05-11T22:08:52.274" v="28"/>
        <pc:sldMkLst>
          <pc:docMk/>
          <pc:sldMk cId="1027455454" sldId="268"/>
        </pc:sldMkLst>
        <pc:picChg chg="add mod">
          <ac:chgData name="Nagy Panna Viktória" userId="S::nagy.panna.viktoria@blathy.info::830f8e82-f5fc-4cde-804a-867e2c8d1be8" providerId="AD" clId="Web-{89D1A840-D89B-9131-1B5C-ECF22FC20003}" dt="2026-05-11T22:08:28.867" v="27"/>
          <ac:picMkLst>
            <pc:docMk/>
            <pc:sldMk cId="1027455454" sldId="268"/>
            <ac:picMk id="2" creationId="{75F5EECF-DA92-6C36-7EC3-6A2657AD8DF3}"/>
          </ac:picMkLst>
        </pc:picChg>
        <pc:picChg chg="add mod">
          <ac:chgData name="Nagy Panna Viktória" userId="S::nagy.panna.viktoria@blathy.info::830f8e82-f5fc-4cde-804a-867e2c8d1be8" providerId="AD" clId="Web-{89D1A840-D89B-9131-1B5C-ECF22FC20003}" dt="2026-05-11T22:08:52.274" v="28"/>
          <ac:picMkLst>
            <pc:docMk/>
            <pc:sldMk cId="1027455454" sldId="268"/>
            <ac:picMk id="8" creationId="{AC1C11D4-D71D-EDB6-4BFD-AADD10E9152F}"/>
          </ac:picMkLst>
        </pc:picChg>
      </pc:sldChg>
      <pc:sldChg chg="addSp modSp">
        <pc:chgData name="Nagy Panna Viktória" userId="S::nagy.panna.viktoria@blathy.info::830f8e82-f5fc-4cde-804a-867e2c8d1be8" providerId="AD" clId="Web-{89D1A840-D89B-9131-1B5C-ECF22FC20003}" dt="2026-05-11T22:12:00.828" v="30"/>
        <pc:sldMkLst>
          <pc:docMk/>
          <pc:sldMk cId="1633215247" sldId="270"/>
        </pc:sldMkLst>
        <pc:picChg chg="add mod">
          <ac:chgData name="Nagy Panna Viktória" userId="S::nagy.panna.viktoria@blathy.info::830f8e82-f5fc-4cde-804a-867e2c8d1be8" providerId="AD" clId="Web-{89D1A840-D89B-9131-1B5C-ECF22FC20003}" dt="2026-05-11T22:09:43.370" v="29"/>
          <ac:picMkLst>
            <pc:docMk/>
            <pc:sldMk cId="1633215247" sldId="270"/>
            <ac:picMk id="2" creationId="{CD58545B-992C-9666-3FB0-E1EEC386D651}"/>
          </ac:picMkLst>
        </pc:picChg>
        <pc:picChg chg="add mod">
          <ac:chgData name="Nagy Panna Viktória" userId="S::nagy.panna.viktoria@blathy.info::830f8e82-f5fc-4cde-804a-867e2c8d1be8" providerId="AD" clId="Web-{89D1A840-D89B-9131-1B5C-ECF22FC20003}" dt="2026-05-11T22:12:00.828" v="30"/>
          <ac:picMkLst>
            <pc:docMk/>
            <pc:sldMk cId="1633215247" sldId="270"/>
            <ac:picMk id="5" creationId="{B8919DA1-7045-082E-4417-37589B3D50FC}"/>
          </ac:picMkLst>
        </pc:picChg>
      </pc:sldChg>
    </pc:docChg>
  </pc:docChgLst>
  <pc:docChgLst>
    <pc:chgData name="Nagy Panna Viktória" userId="S::nagy.panna.viktoria@blathy.info::830f8e82-f5fc-4cde-804a-867e2c8d1be8" providerId="AD" clId="Web-{D11ABF63-4E44-428E-A8B5-7C4891D58A9F}"/>
    <pc:docChg chg="modSld">
      <pc:chgData name="Nagy Panna Viktória" userId="S::nagy.panna.viktoria@blathy.info::830f8e82-f5fc-4cde-804a-867e2c8d1be8" providerId="AD" clId="Web-{D11ABF63-4E44-428E-A8B5-7C4891D58A9F}" dt="2026-05-11T23:50:23.368" v="59"/>
      <pc:docMkLst>
        <pc:docMk/>
      </pc:docMkLst>
      <pc:sldChg chg="addSp delSp modSp">
        <pc:chgData name="Nagy Panna Viktória" userId="S::nagy.panna.viktoria@blathy.info::830f8e82-f5fc-4cde-804a-867e2c8d1be8" providerId="AD" clId="Web-{D11ABF63-4E44-428E-A8B5-7C4891D58A9F}" dt="2026-05-11T23:50:23.368" v="59"/>
        <pc:sldMkLst>
          <pc:docMk/>
          <pc:sldMk cId="3177291753" sldId="265"/>
        </pc:sldMkLst>
        <pc:picChg chg="add mod">
          <ac:chgData name="Nagy Panna Viktória" userId="S::nagy.panna.viktoria@blathy.info::830f8e82-f5fc-4cde-804a-867e2c8d1be8" providerId="AD" clId="Web-{D11ABF63-4E44-428E-A8B5-7C4891D58A9F}" dt="2026-05-11T23:50:23.368" v="59"/>
          <ac:picMkLst>
            <pc:docMk/>
            <pc:sldMk cId="3177291753" sldId="265"/>
            <ac:picMk id="2" creationId="{3C5A297D-BF55-5263-01B5-A4B5981F94A0}"/>
          </ac:picMkLst>
        </pc:picChg>
        <pc:picChg chg="add del mod">
          <ac:chgData name="Nagy Panna Viktória" userId="S::nagy.panna.viktoria@blathy.info::830f8e82-f5fc-4cde-804a-867e2c8d1be8" providerId="AD" clId="Web-{D11ABF63-4E44-428E-A8B5-7C4891D58A9F}" dt="2026-05-11T23:11:32.230" v="58"/>
          <ac:picMkLst>
            <pc:docMk/>
            <pc:sldMk cId="3177291753" sldId="265"/>
            <ac:picMk id="2" creationId="{701F6795-12D6-E99D-8E95-8B3FAC9A3C7D}"/>
          </ac:picMkLst>
        </pc:picChg>
      </pc:sldChg>
      <pc:sldChg chg="delSp modSp">
        <pc:chgData name="Nagy Panna Viktória" userId="S::nagy.panna.viktoria@blathy.info::830f8e82-f5fc-4cde-804a-867e2c8d1be8" providerId="AD" clId="Web-{D11ABF63-4E44-428E-A8B5-7C4891D58A9F}" dt="2026-05-11T22:23:18.741" v="53"/>
        <pc:sldMkLst>
          <pc:docMk/>
          <pc:sldMk cId="3988256402" sldId="266"/>
        </pc:sldMkLst>
        <pc:spChg chg="mod">
          <ac:chgData name="Nagy Panna Viktória" userId="S::nagy.panna.viktoria@blathy.info::830f8e82-f5fc-4cde-804a-867e2c8d1be8" providerId="AD" clId="Web-{D11ABF63-4E44-428E-A8B5-7C4891D58A9F}" dt="2026-05-11T22:15:58.452" v="42" actId="1076"/>
          <ac:spMkLst>
            <pc:docMk/>
            <pc:sldMk cId="3988256402" sldId="266"/>
            <ac:spMk id="3" creationId="{0542E143-2AB7-296B-9001-206AD31D7EA7}"/>
          </ac:spMkLst>
        </pc:spChg>
        <pc:picChg chg="mod">
          <ac:chgData name="Nagy Panna Viktória" userId="S::nagy.panna.viktoria@blathy.info::830f8e82-f5fc-4cde-804a-867e2c8d1be8" providerId="AD" clId="Web-{D11ABF63-4E44-428E-A8B5-7C4891D58A9F}" dt="2026-05-11T22:16:10.797" v="45" actId="1076"/>
          <ac:picMkLst>
            <pc:docMk/>
            <pc:sldMk cId="3988256402" sldId="266"/>
            <ac:picMk id="2" creationId="{79FB6BEC-89D4-BC5B-427E-D72481EC7801}"/>
          </ac:picMkLst>
        </pc:picChg>
        <pc:picChg chg="del mod">
          <ac:chgData name="Nagy Panna Viktória" userId="S::nagy.panna.viktoria@blathy.info::830f8e82-f5fc-4cde-804a-867e2c8d1be8" providerId="AD" clId="Web-{D11ABF63-4E44-428E-A8B5-7C4891D58A9F}" dt="2026-05-11T22:23:18.741" v="53"/>
          <ac:picMkLst>
            <pc:docMk/>
            <pc:sldMk cId="3988256402" sldId="266"/>
            <ac:picMk id="8" creationId="{A1E2B31E-06D8-CD45-B256-C97FC93B22CD}"/>
          </ac:picMkLst>
        </pc:picChg>
      </pc:sldChg>
      <pc:sldChg chg="modSp">
        <pc:chgData name="Nagy Panna Viktória" userId="S::nagy.panna.viktoria@blathy.info::830f8e82-f5fc-4cde-804a-867e2c8d1be8" providerId="AD" clId="Web-{D11ABF63-4E44-428E-A8B5-7C4891D58A9F}" dt="2026-05-11T22:20:50.331" v="52" actId="1076"/>
        <pc:sldMkLst>
          <pc:docMk/>
          <pc:sldMk cId="1027455454" sldId="268"/>
        </pc:sldMkLst>
        <pc:picChg chg="mod">
          <ac:chgData name="Nagy Panna Viktória" userId="S::nagy.panna.viktoria@blathy.info::830f8e82-f5fc-4cde-804a-867e2c8d1be8" providerId="AD" clId="Web-{D11ABF63-4E44-428E-A8B5-7C4891D58A9F}" dt="2026-05-11T22:13:25.725" v="10" actId="1076"/>
          <ac:picMkLst>
            <pc:docMk/>
            <pc:sldMk cId="1027455454" sldId="268"/>
            <ac:picMk id="2" creationId="{75F5EECF-DA92-6C36-7EC3-6A2657AD8DF3}"/>
          </ac:picMkLst>
        </pc:picChg>
        <pc:picChg chg="mod">
          <ac:chgData name="Nagy Panna Viktória" userId="S::nagy.panna.viktoria@blathy.info::830f8e82-f5fc-4cde-804a-867e2c8d1be8" providerId="AD" clId="Web-{D11ABF63-4E44-428E-A8B5-7C4891D58A9F}" dt="2026-05-11T22:13:30.428" v="11" actId="1076"/>
          <ac:picMkLst>
            <pc:docMk/>
            <pc:sldMk cId="1027455454" sldId="268"/>
            <ac:picMk id="8" creationId="{AC1C11D4-D71D-EDB6-4BFD-AADD10E9152F}"/>
          </ac:picMkLst>
        </pc:picChg>
        <pc:picChg chg="mod modCrop">
          <ac:chgData name="Nagy Panna Viktória" userId="S::nagy.panna.viktoria@blathy.info::830f8e82-f5fc-4cde-804a-867e2c8d1be8" providerId="AD" clId="Web-{D11ABF63-4E44-428E-A8B5-7C4891D58A9F}" dt="2026-05-11T22:20:50.331" v="52" actId="1076"/>
          <ac:picMkLst>
            <pc:docMk/>
            <pc:sldMk cId="1027455454" sldId="268"/>
            <ac:picMk id="9" creationId="{20F58729-A00D-65FB-24EB-ACACAC501B51}"/>
          </ac:picMkLst>
        </pc:picChg>
      </pc:sldChg>
      <pc:sldChg chg="modSp">
        <pc:chgData name="Nagy Panna Viktória" userId="S::nagy.panna.viktoria@blathy.info::830f8e82-f5fc-4cde-804a-867e2c8d1be8" providerId="AD" clId="Web-{D11ABF63-4E44-428E-A8B5-7C4891D58A9F}" dt="2026-05-11T22:14:00.460" v="23" actId="1076"/>
        <pc:sldMkLst>
          <pc:docMk/>
          <pc:sldMk cId="1633215247" sldId="270"/>
        </pc:sldMkLst>
        <pc:picChg chg="mod">
          <ac:chgData name="Nagy Panna Viktória" userId="S::nagy.panna.viktoria@blathy.info::830f8e82-f5fc-4cde-804a-867e2c8d1be8" providerId="AD" clId="Web-{D11ABF63-4E44-428E-A8B5-7C4891D58A9F}" dt="2026-05-11T22:14:00.460" v="23" actId="1076"/>
          <ac:picMkLst>
            <pc:docMk/>
            <pc:sldMk cId="1633215247" sldId="270"/>
            <ac:picMk id="2" creationId="{CD58545B-992C-9666-3FB0-E1EEC386D651}"/>
          </ac:picMkLst>
        </pc:picChg>
        <pc:picChg chg="mod">
          <ac:chgData name="Nagy Panna Viktória" userId="S::nagy.panna.viktoria@blathy.info::830f8e82-f5fc-4cde-804a-867e2c8d1be8" providerId="AD" clId="Web-{D11ABF63-4E44-428E-A8B5-7C4891D58A9F}" dt="2026-05-11T22:13:57.757" v="22" actId="1076"/>
          <ac:picMkLst>
            <pc:docMk/>
            <pc:sldMk cId="1633215247" sldId="270"/>
            <ac:picMk id="5" creationId="{B8919DA1-7045-082E-4417-37589B3D50FC}"/>
          </ac:picMkLst>
        </pc:picChg>
      </pc:sldChg>
    </pc:docChg>
  </pc:docChgLst>
  <pc:docChgLst>
    <pc:chgData name="Nagy Panna Viktória" userId="S::nagy.panna.viktoria@blathy.info::830f8e82-f5fc-4cde-804a-867e2c8d1be8" providerId="AD" clId="Web-{4DE1271F-0ACF-2E6E-0219-2F80B0882584}"/>
    <pc:docChg chg="modSld">
      <pc:chgData name="Nagy Panna Viktória" userId="S::nagy.panna.viktoria@blathy.info::830f8e82-f5fc-4cde-804a-867e2c8d1be8" providerId="AD" clId="Web-{4DE1271F-0ACF-2E6E-0219-2F80B0882584}" dt="2026-05-11T19:48:40.013" v="94"/>
      <pc:docMkLst>
        <pc:docMk/>
      </pc:docMkLst>
      <pc:sldChg chg="modSp">
        <pc:chgData name="Nagy Panna Viktória" userId="S::nagy.panna.viktoria@blathy.info::830f8e82-f5fc-4cde-804a-867e2c8d1be8" providerId="AD" clId="Web-{4DE1271F-0ACF-2E6E-0219-2F80B0882584}" dt="2026-05-11T19:39:22.806" v="2" actId="20577"/>
        <pc:sldMkLst>
          <pc:docMk/>
          <pc:sldMk cId="109857222" sldId="256"/>
        </pc:sldMkLst>
        <pc:spChg chg="mod">
          <ac:chgData name="Nagy Panna Viktória" userId="S::nagy.panna.viktoria@blathy.info::830f8e82-f5fc-4cde-804a-867e2c8d1be8" providerId="AD" clId="Web-{4DE1271F-0ACF-2E6E-0219-2F80B0882584}" dt="2026-05-11T19:39:22.806" v="2" actId="20577"/>
          <ac:spMkLst>
            <pc:docMk/>
            <pc:sldMk cId="109857222" sldId="256"/>
            <ac:spMk id="5" creationId="{34339CFA-C95E-2590-7D4F-105C44E8256B}"/>
          </ac:spMkLst>
        </pc:spChg>
      </pc:sldChg>
      <pc:sldChg chg="delSp modSp">
        <pc:chgData name="Nagy Panna Viktória" userId="S::nagy.panna.viktoria@blathy.info::830f8e82-f5fc-4cde-804a-867e2c8d1be8" providerId="AD" clId="Web-{4DE1271F-0ACF-2E6E-0219-2F80B0882584}" dt="2026-05-11T19:43:07.497" v="75" actId="20577"/>
        <pc:sldMkLst>
          <pc:docMk/>
          <pc:sldMk cId="3647252451" sldId="258"/>
        </pc:sldMkLst>
        <pc:spChg chg="mod">
          <ac:chgData name="Nagy Panna Viktória" userId="S::nagy.panna.viktoria@blathy.info::830f8e82-f5fc-4cde-804a-867e2c8d1be8" providerId="AD" clId="Web-{4DE1271F-0ACF-2E6E-0219-2F80B0882584}" dt="2026-05-11T19:43:07.497" v="75" actId="20577"/>
          <ac:spMkLst>
            <pc:docMk/>
            <pc:sldMk cId="3647252451" sldId="258"/>
            <ac:spMk id="3" creationId="{EF00AA4B-CFE7-2D24-DBFC-7E8FC0C03770}"/>
          </ac:spMkLst>
        </pc:spChg>
        <pc:picChg chg="del mod">
          <ac:chgData name="Nagy Panna Viktória" userId="S::nagy.panna.viktoria@blathy.info::830f8e82-f5fc-4cde-804a-867e2c8d1be8" providerId="AD" clId="Web-{4DE1271F-0ACF-2E6E-0219-2F80B0882584}" dt="2026-05-11T19:41:45.059" v="62"/>
          <ac:picMkLst>
            <pc:docMk/>
            <pc:sldMk cId="3647252451" sldId="258"/>
            <ac:picMk id="1030" creationId="{ACE24CD0-66CB-B560-6D99-CC44F71C1CDB}"/>
          </ac:picMkLst>
        </pc:picChg>
        <pc:picChg chg="del">
          <ac:chgData name="Nagy Panna Viktória" userId="S::nagy.panna.viktoria@blathy.info::830f8e82-f5fc-4cde-804a-867e2c8d1be8" providerId="AD" clId="Web-{4DE1271F-0ACF-2E6E-0219-2F80B0882584}" dt="2026-05-11T19:41:47.137" v="63"/>
          <ac:picMkLst>
            <pc:docMk/>
            <pc:sldMk cId="3647252451" sldId="258"/>
            <ac:picMk id="1036" creationId="{645B6A90-D2F1-D88F-D0E8-8440ECFEAB5C}"/>
          </ac:picMkLst>
        </pc:picChg>
      </pc:sldChg>
      <pc:sldChg chg="modSp">
        <pc:chgData name="Nagy Panna Viktória" userId="S::nagy.panna.viktoria@blathy.info::830f8e82-f5fc-4cde-804a-867e2c8d1be8" providerId="AD" clId="Web-{4DE1271F-0ACF-2E6E-0219-2F80B0882584}" dt="2026-05-11T19:45:06.732" v="83" actId="20577"/>
        <pc:sldMkLst>
          <pc:docMk/>
          <pc:sldMk cId="3172845693" sldId="261"/>
        </pc:sldMkLst>
        <pc:spChg chg="mod">
          <ac:chgData name="Nagy Panna Viktória" userId="S::nagy.panna.viktoria@blathy.info::830f8e82-f5fc-4cde-804a-867e2c8d1be8" providerId="AD" clId="Web-{4DE1271F-0ACF-2E6E-0219-2F80B0882584}" dt="2026-05-11T19:45:06.732" v="83" actId="20577"/>
          <ac:spMkLst>
            <pc:docMk/>
            <pc:sldMk cId="3172845693" sldId="261"/>
            <ac:spMk id="8" creationId="{CC3C6B19-4D96-BD14-154F-6994820F75E3}"/>
          </ac:spMkLst>
        </pc:spChg>
      </pc:sldChg>
      <pc:sldChg chg="modSp">
        <pc:chgData name="Nagy Panna Viktória" userId="S::nagy.panna.viktoria@blathy.info::830f8e82-f5fc-4cde-804a-867e2c8d1be8" providerId="AD" clId="Web-{4DE1271F-0ACF-2E6E-0219-2F80B0882584}" dt="2026-05-11T19:46:49.811" v="86" actId="20577"/>
        <pc:sldMkLst>
          <pc:docMk/>
          <pc:sldMk cId="1860966619" sldId="262"/>
        </pc:sldMkLst>
        <pc:spChg chg="mod">
          <ac:chgData name="Nagy Panna Viktória" userId="S::nagy.panna.viktoria@blathy.info::830f8e82-f5fc-4cde-804a-867e2c8d1be8" providerId="AD" clId="Web-{4DE1271F-0ACF-2E6E-0219-2F80B0882584}" dt="2026-05-11T19:46:49.811" v="86" actId="20577"/>
          <ac:spMkLst>
            <pc:docMk/>
            <pc:sldMk cId="1860966619" sldId="262"/>
            <ac:spMk id="8" creationId="{CC3C6B19-4D96-BD14-154F-6994820F75E3}"/>
          </ac:spMkLst>
        </pc:spChg>
      </pc:sldChg>
      <pc:sldChg chg="addSp delSp modSp">
        <pc:chgData name="Nagy Panna Viktória" userId="S::nagy.panna.viktoria@blathy.info::830f8e82-f5fc-4cde-804a-867e2c8d1be8" providerId="AD" clId="Web-{4DE1271F-0ACF-2E6E-0219-2F80B0882584}" dt="2026-05-11T19:48:40.013" v="94"/>
        <pc:sldMkLst>
          <pc:docMk/>
          <pc:sldMk cId="1125650646" sldId="263"/>
        </pc:sldMkLst>
        <pc:picChg chg="add del mod modCrop">
          <ac:chgData name="Nagy Panna Viktória" userId="S::nagy.panna.viktoria@blathy.info::830f8e82-f5fc-4cde-804a-867e2c8d1be8" providerId="AD" clId="Web-{4DE1271F-0ACF-2E6E-0219-2F80B0882584}" dt="2026-05-11T19:48:40.013" v="94"/>
          <ac:picMkLst>
            <pc:docMk/>
            <pc:sldMk cId="1125650646" sldId="263"/>
            <ac:picMk id="3" creationId="{3C14BF32-A339-08FF-A046-2661C37C4180}"/>
          </ac:picMkLst>
        </pc:picChg>
      </pc:sldChg>
    </pc:docChg>
  </pc:docChgLst>
  <pc:docChgLst>
    <pc:chgData name="Nagy Panna Viktória" userId="S::nagy.panna.viktoria@blathy.info::830f8e82-f5fc-4cde-804a-867e2c8d1be8" providerId="AD" clId="Web-{F4997484-743E-F24F-E873-59C408774864}"/>
    <pc:docChg chg="modSld">
      <pc:chgData name="Nagy Panna Viktória" userId="S::nagy.panna.viktoria@blathy.info::830f8e82-f5fc-4cde-804a-867e2c8d1be8" providerId="AD" clId="Web-{F4997484-743E-F24F-E873-59C408774864}" dt="2026-05-11T19:50:51.022" v="0"/>
      <pc:docMkLst>
        <pc:docMk/>
      </pc:docMkLst>
      <pc:sldChg chg="addSp modSp">
        <pc:chgData name="Nagy Panna Viktória" userId="S::nagy.panna.viktoria@blathy.info::830f8e82-f5fc-4cde-804a-867e2c8d1be8" providerId="AD" clId="Web-{F4997484-743E-F24F-E873-59C408774864}" dt="2026-05-11T19:50:51.022" v="0"/>
        <pc:sldMkLst>
          <pc:docMk/>
          <pc:sldMk cId="1125650646" sldId="263"/>
        </pc:sldMkLst>
        <pc:picChg chg="add mod">
          <ac:chgData name="Nagy Panna Viktória" userId="S::nagy.panna.viktoria@blathy.info::830f8e82-f5fc-4cde-804a-867e2c8d1be8" providerId="AD" clId="Web-{F4997484-743E-F24F-E873-59C408774864}" dt="2026-05-11T19:50:51.022" v="0"/>
          <ac:picMkLst>
            <pc:docMk/>
            <pc:sldMk cId="1125650646" sldId="263"/>
            <ac:picMk id="3" creationId="{9CA7A45B-F1CC-D7D0-FB8E-DF1CC6481E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CC51B-8068-4171-9522-C3F23F6AA4D1}" type="datetimeFigureOut">
              <a:rPr lang="hu-HU" smtClean="0"/>
              <a:t>2026. 05. 11.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A9244-20D2-4AEC-AD01-BF9A8E89465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439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093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FEC5-7F8D-2148-1067-39458DC0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F6AC9-92EF-99DD-2D64-8D637AB93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ED895-2C9E-E6CD-D9E6-0BF27E38B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68FE-BE15-44B1-A5B4-76409A3AA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A9244-20D2-4AEC-AD01-BF9A8E89465C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6838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Side Quest Jar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4339CFA-C95E-2590-7D4F-105C44E82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solidFill>
                  <a:srgbClr val="EAB2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</a:rPr>
              <a:t>Készítette: Borza Gergő, Karácsony Zoltán, Nagy Tori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39F99-5439-BE3E-E41C-46774332C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C51A-ED12-E6BC-B19B-93AB867B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39" y="386590"/>
            <a:ext cx="10515600" cy="1325563"/>
          </a:xfrm>
        </p:spPr>
        <p:txBody>
          <a:bodyPr/>
          <a:lstStyle/>
          <a:p>
            <a:pPr algn="ctr"/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Mi a cél?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95B9-3B44-56DB-6AA3-FDDF9BA57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582" y="1804677"/>
            <a:ext cx="7275065" cy="291940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A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mindennapok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monotonitásából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való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kilépés</a:t>
            </a:r>
            <a: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</a:rPr>
              <a:t> </a:t>
            </a:r>
            <a:endParaRPr lang="en-US">
              <a:solidFill>
                <a:schemeClr val="bg1"/>
              </a:solidFill>
              <a:latin typeface="Aptos"/>
            </a:endParaRPr>
          </a:p>
          <a:p>
            <a:pPr marL="0" indent="0" algn="ctr">
              <a:buNone/>
            </a:pP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/>
            </a:endParaRPr>
          </a:p>
        </p:txBody>
      </p:sp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80AD2B0C-66CF-7EFA-642B-3C0EBC06CB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22134" y="354490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402B9ED1-973E-BA05-6327-C283F654E323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869EBB82-1A68-C2AB-1A95-456CB94579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77177" y="220336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6F1C984-3BBA-DBFD-797E-821A27186016}"/>
              </a:ext>
            </a:extLst>
          </p:cNvPr>
          <p:cNvSpPr txBox="1">
            <a:spLocks/>
          </p:cNvSpPr>
          <p:nvPr/>
        </p:nvSpPr>
        <p:spPr>
          <a:xfrm>
            <a:off x="4573926" y="3646330"/>
            <a:ext cx="7275065" cy="29194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Közösség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építés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az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azonos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érdeklődéssel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rendelkező</a:t>
            </a:r>
            <a:r>
              <a:rPr lang="en-US" sz="4800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 </a:t>
            </a:r>
            <a:r>
              <a:rPr lang="en-US" sz="4800" err="1">
                <a:solidFill>
                  <a:srgbClr val="DCA2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1D3B53"/>
                </a:highlight>
                <a:latin typeface="Cooper Black"/>
              </a:rPr>
              <a:t>embereknek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/>
            </a:endParaRPr>
          </a:p>
        </p:txBody>
      </p:sp>
    </p:spTree>
    <p:extLst>
      <p:ext uri="{BB962C8B-B14F-4D97-AF65-F5344CB8AC3E}">
        <p14:creationId xmlns:p14="http://schemas.microsoft.com/office/powerpoint/2010/main" val="2284307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4063BF-AA20-595C-7027-2284D478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B407-8455-2491-D96C-0B203F0AF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Mi is ez?</a:t>
            </a:r>
          </a:p>
        </p:txBody>
      </p:sp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56E75CB9-A800-96C5-4D4A-9205DF524B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3E2B75E-53DF-6561-FD81-5464D7CBDCE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8F3DF238-DD64-15EA-E31C-9C751A4CF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18" name="Kép 17" descr="MySQL logo PNG transparent image download, size: 1280x1280px">
            <a:extLst>
              <a:ext uri="{FF2B5EF4-FFF2-40B4-BE49-F238E27FC236}">
                <a16:creationId xmlns:a16="http://schemas.microsoft.com/office/drawing/2014/main" id="{AFD798C0-135F-48A0-AA35-0A4F5E994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440" y="3503846"/>
            <a:ext cx="1061952" cy="996428"/>
          </a:xfrm>
          <a:prstGeom prst="rect">
            <a:avLst/>
          </a:prstGeom>
        </p:spPr>
      </p:pic>
      <p:pic>
        <p:nvPicPr>
          <p:cNvPr id="22" name="Kép 21" descr="File:Unofficial JavaScript logo 2.svg - Wikimedia Commons">
            <a:extLst>
              <a:ext uri="{FF2B5EF4-FFF2-40B4-BE49-F238E27FC236}">
                <a16:creationId xmlns:a16="http://schemas.microsoft.com/office/drawing/2014/main" id="{EDB47C7A-43F0-268B-996F-2670ABCF7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10" y="3578526"/>
            <a:ext cx="1063793" cy="842712"/>
          </a:xfrm>
          <a:prstGeom prst="rect">
            <a:avLst/>
          </a:prstGeom>
        </p:spPr>
      </p:pic>
      <p:pic>
        <p:nvPicPr>
          <p:cNvPr id="4" name="Tartalom helye 3" descr="A képen szöveg, képernyőkép, szám, képernyő látható&#10;&#10;Lehet, hogy az AI által létrehozott tartalom helytelen.">
            <a:extLst>
              <a:ext uri="{FF2B5EF4-FFF2-40B4-BE49-F238E27FC236}">
                <a16:creationId xmlns:a16="http://schemas.microsoft.com/office/drawing/2014/main" id="{590C68A3-5533-7567-F262-6A49E0FB6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4575614" y="627210"/>
            <a:ext cx="6921053" cy="5124486"/>
          </a:xfrm>
          <a:prstGeom prst="rect">
            <a:avLst/>
          </a:prstGeom>
          <a:solidFill>
            <a:srgbClr val="EAB2A0"/>
          </a:solidFill>
          <a:ln>
            <a:noFill/>
          </a:ln>
          <a:effectLst/>
        </p:spPr>
      </p:pic>
      <p:pic>
        <p:nvPicPr>
          <p:cNvPr id="8" name="Kép 7" descr="GitHub - michael-rubel/livewire-best-practices: Laravel Livewire Best  Practices · GitHub">
            <a:extLst>
              <a:ext uri="{FF2B5EF4-FFF2-40B4-BE49-F238E27FC236}">
                <a16:creationId xmlns:a16="http://schemas.microsoft.com/office/drawing/2014/main" id="{50CA708F-4FC4-2294-BBC5-9F56C03445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353" y="2396498"/>
            <a:ext cx="3337776" cy="991762"/>
          </a:xfrm>
          <a:prstGeom prst="rect">
            <a:avLst/>
          </a:prstGeom>
        </p:spPr>
      </p:pic>
      <p:pic>
        <p:nvPicPr>
          <p:cNvPr id="10" name="Kép 9" descr="File:Logo.min.svg - Wikimedia Commons">
            <a:extLst>
              <a:ext uri="{FF2B5EF4-FFF2-40B4-BE49-F238E27FC236}">
                <a16:creationId xmlns:a16="http://schemas.microsoft.com/office/drawing/2014/main" id="{1C836136-0E7F-8053-EFCD-9B27BEB373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535" y="1559374"/>
            <a:ext cx="2962141" cy="830775"/>
          </a:xfrm>
          <a:prstGeom prst="rect">
            <a:avLst/>
          </a:prstGeom>
        </p:spPr>
      </p:pic>
      <p:pic>
        <p:nvPicPr>
          <p:cNvPr id="13" name="Kép 12" descr="NET MAUI - Visual Studio Marketplace">
            <a:extLst>
              <a:ext uri="{FF2B5EF4-FFF2-40B4-BE49-F238E27FC236}">
                <a16:creationId xmlns:a16="http://schemas.microsoft.com/office/drawing/2014/main" id="{AEBCB83C-D8E6-CDA6-6E37-5BBB01436E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3746" y="4729699"/>
            <a:ext cx="1674254" cy="129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81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0CECE857-7C0C-B10B-FDBE-719AC8DC35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60FCAC38-B042-AADA-68C9-D4C380E6FEF8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C63B7862-7AC2-F8BC-8727-883B53E825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8" name="Kép 7" descr="A képen szöveg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28BD57C1-12DB-2A5E-0EB2-743CD4BA9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42" y="1240664"/>
            <a:ext cx="3118068" cy="500297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D0E5355-03BC-0241-BB3A-F1EC669ADF8F}"/>
              </a:ext>
            </a:extLst>
          </p:cNvPr>
          <p:cNvSpPr>
            <a:spLocks noGrp="1"/>
          </p:cNvSpPr>
          <p:nvPr/>
        </p:nvSpPr>
        <p:spPr>
          <a:xfrm>
            <a:off x="681625" y="-492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Felhasználói</a:t>
            </a: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</a:t>
            </a:r>
            <a:r>
              <a:rPr lang="en-US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felület</a:t>
            </a:r>
          </a:p>
        </p:txBody>
      </p:sp>
      <p:pic>
        <p:nvPicPr>
          <p:cNvPr id="13" name="Kép 12" descr="A képen szöveg, képernyőkép, Betűtípus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E8A2C41-74A7-C02A-C377-0D9F57918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1151" y="1655538"/>
            <a:ext cx="8705589" cy="386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39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AB332-5FCE-A23B-A9AB-21355B81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Jar PNG Transparent Images Free Download | Vector Files | Pngtree">
            <a:extLst>
              <a:ext uri="{FF2B5EF4-FFF2-40B4-BE49-F238E27FC236}">
                <a16:creationId xmlns:a16="http://schemas.microsoft.com/office/drawing/2014/main" id="{52A32190-A957-3358-88B8-8463F3EB47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85762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7" name="AutoShape 10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5615EF75-B392-7F6D-E3C3-CF488B1F843A}"/>
              </a:ext>
            </a:extLst>
          </p:cNvPr>
          <p:cNvSpPr>
            <a:spLocks noChangeAspect="1" noChangeArrowheads="1"/>
          </p:cNvSpPr>
          <p:nvPr/>
        </p:nvSpPr>
        <p:spPr bwMode="auto">
          <a:xfrm flipH="1">
            <a:off x="12331468" y="2095502"/>
            <a:ext cx="78251" cy="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6" name="AutoShape 8" descr="Like Emoji Thumbs Up Face, Yes, Good, Okay PNG Transparent Image and  Clipart for Free Download">
            <a:extLst>
              <a:ext uri="{FF2B5EF4-FFF2-40B4-BE49-F238E27FC236}">
                <a16:creationId xmlns:a16="http://schemas.microsoft.com/office/drawing/2014/main" id="{36CA3B31-FF60-217F-2B65-5EFB0F9430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6CA4E-B277-AEFB-67FB-2AE2FFD8C7D0}"/>
              </a:ext>
            </a:extLst>
          </p:cNvPr>
          <p:cNvSpPr>
            <a:spLocks noGrp="1"/>
          </p:cNvSpPr>
          <p:nvPr/>
        </p:nvSpPr>
        <p:spPr>
          <a:xfrm>
            <a:off x="838200" y="2911809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Köszönjük</a:t>
            </a: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 a </a:t>
            </a:r>
            <a:r>
              <a:rPr lang="en-US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figyelmet</a:t>
            </a:r>
            <a:r>
              <a: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/>
                <a:ea typeface="Calibri"/>
                <a:cs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64067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Side Quest Jar</vt:lpstr>
      <vt:lpstr>Mi a cél?</vt:lpstr>
      <vt:lpstr>Mi is ez?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 Quest Jar</dc:title>
  <dc:creator>Zoli Karácsony</dc:creator>
  <cp:revision>1</cp:revision>
  <dcterms:created xsi:type="dcterms:W3CDTF">2026-01-06T14:17:01Z</dcterms:created>
  <dcterms:modified xsi:type="dcterms:W3CDTF">2026-05-12T02:02:08Z</dcterms:modified>
</cp:coreProperties>
</file>